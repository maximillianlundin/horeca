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3"/>
  </p:sldMasterIdLst>
  <p:notesMasterIdLst>
    <p:notesMasterId r:id="rId5"/>
  </p:notesMasterIdLst>
  <p:sldIdLst>
    <p:sldId id="258" r:id="rId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1pPr>
    <a:lvl2pPr marL="0" marR="0" indent="4572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2pPr>
    <a:lvl3pPr marL="0" marR="0" indent="9144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3pPr>
    <a:lvl4pPr marL="0" marR="0" indent="13716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4pPr>
    <a:lvl5pPr marL="0" marR="0" indent="18288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5pPr>
    <a:lvl6pPr marL="0" marR="0" indent="22860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6pPr>
    <a:lvl7pPr marL="0" marR="0" indent="27432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7pPr>
    <a:lvl8pPr marL="0" marR="0" indent="32004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8pPr>
    <a:lvl9pPr marL="0" marR="0" indent="365760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818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BBE7E-0A67-F945-B226-5496D894FA6E}" v="30" dt="2026-01-22T15:38:58.181"/>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
          <a:latin typeface="Helvetica Neue"/>
          <a:ea typeface="Helvetica Neue"/>
          <a:cs typeface="Helvetica Neue"/>
        </a:font>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
          <a:latin typeface="Helvetica Neue"/>
          <a:ea typeface="Helvetica Neue"/>
          <a:cs typeface="Helvetica Neue"/>
        </a:font>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
          <a:latin typeface="Helvetica Neue"/>
          <a:ea typeface="Helvetica Neue"/>
          <a:cs typeface="Helvetica Neue"/>
        </a:font>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83"/>
    <p:restoredTop sz="94537"/>
  </p:normalViewPr>
  <p:slideViewPr>
    <p:cSldViewPr snapToGrid="0">
      <p:cViewPr varScale="1">
        <p:scale>
          <a:sx n="53" d="100"/>
          <a:sy n="53" d="100"/>
        </p:scale>
        <p:origin x="976"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openxmlformats.org/officeDocument/2006/relationships/customXml" Target="../customXml/item3.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xfrm>
            <a:off x="1143000" y="685800"/>
            <a:ext cx="4572000" cy="3429000"/>
          </a:xfrm>
          <a:prstGeom prst="rect">
            <a:avLst/>
          </a:prstGeom>
        </p:spPr>
        <p:txBody>
          <a:bodyPr/>
          <a:lstStyle/>
          <a:p>
            <a:endParaRPr/>
          </a:p>
        </p:txBody>
      </p:sp>
      <p:sp>
        <p:nvSpPr>
          <p:cNvPr id="262" name="Shape 26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Photo Alt">
    <p:spTree>
      <p:nvGrpSpPr>
        <p:cNvPr id="1" name=""/>
        <p:cNvGrpSpPr/>
        <p:nvPr/>
      </p:nvGrpSpPr>
      <p:grpSpPr>
        <a:xfrm>
          <a:off x="0" y="0"/>
          <a:ext cx="0" cy="0"/>
          <a:chOff x="0" y="0"/>
          <a:chExt cx="0" cy="0"/>
        </a:xfrm>
      </p:grpSpPr>
      <p:sp>
        <p:nvSpPr>
          <p:cNvPr id="29" name="Bowl with salmon cakes, salad and houmous"/>
          <p:cNvSpPr>
            <a:spLocks noGrp="1"/>
          </p:cNvSpPr>
          <p:nvPr>
            <p:ph type="pic" idx="21"/>
          </p:nvPr>
        </p:nvSpPr>
        <p:spPr>
          <a:xfrm>
            <a:off x="10972800" y="1270000"/>
            <a:ext cx="12144837" cy="11176000"/>
          </a:xfrm>
          <a:prstGeom prst="rect">
            <a:avLst/>
          </a:prstGeom>
        </p:spPr>
        <p:txBody>
          <a:bodyPr lIns="91439" tIns="45719" rIns="91439" bIns="45719">
            <a:noAutofit/>
          </a:bodyPr>
          <a:lstStyle>
            <a:lvl1pPr>
              <a:defRPr b="1" i="0">
                <a:latin typeface="Suisse Int'l Semi Bold" panose="020B0504000000000000" pitchFamily="34" charset="-78"/>
                <a:cs typeface="Suisse Int'l Semi Bold" panose="020B0504000000000000" pitchFamily="34" charset="-78"/>
              </a:defRPr>
            </a:lvl1pPr>
          </a:lstStyle>
          <a:p>
            <a:endParaRPr dirty="0"/>
          </a:p>
        </p:txBody>
      </p:sp>
      <p:sp>
        <p:nvSpPr>
          <p:cNvPr id="30" name="Slide Title"/>
          <p:cNvSpPr txBox="1">
            <a:spLocks noGrp="1"/>
          </p:cNvSpPr>
          <p:nvPr>
            <p:ph type="title" hasCustomPrompt="1"/>
          </p:nvPr>
        </p:nvSpPr>
        <p:spPr>
          <a:xfrm>
            <a:off x="1206500" y="1270000"/>
            <a:ext cx="9779000" cy="5882273"/>
          </a:xfrm>
          <a:prstGeom prst="rect">
            <a:avLst/>
          </a:prstGeom>
        </p:spPr>
        <p:txBody>
          <a:bodyPr anchor="b"/>
          <a:lstStyle>
            <a:lvl1pPr algn="l">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31" name="Body Level One…"/>
          <p:cNvSpPr txBox="1">
            <a:spLocks noGrp="1"/>
          </p:cNvSpPr>
          <p:nvPr>
            <p:ph type="body" sz="quarter" idx="1" hasCustomPrompt="1"/>
          </p:nvPr>
        </p:nvSpPr>
        <p:spPr>
          <a:xfrm>
            <a:off x="1206500" y="7060576"/>
            <a:ext cx="9779000" cy="5385424"/>
          </a:xfrm>
          <a:prstGeom prst="rect">
            <a:avLst/>
          </a:prstGeom>
        </p:spPr>
        <p:txBody>
          <a:bodyPr/>
          <a:lstStyle>
            <a:lvl1pPr>
              <a:spcBef>
                <a:spcPts val="0"/>
              </a:spcBef>
              <a:defRPr sz="2400" b="0" i="0" spc="-48">
                <a:solidFill>
                  <a:srgbClr val="868796"/>
                </a:solidFill>
                <a:latin typeface="Suisse Int'l Medium" panose="020B0504000000000000" pitchFamily="34" charset="-78"/>
                <a:ea typeface="Suisse Int'l Medium" panose="020B0504000000000000" pitchFamily="34" charset="-78"/>
                <a:cs typeface="Suisse Int'l Medium" panose="020B0504000000000000" pitchFamily="34" charset="-78"/>
                <a:sym typeface="SuisseIntl-Medium"/>
              </a:defRPr>
            </a:lvl1pPr>
            <a:lvl2pPr>
              <a:spcBef>
                <a:spcPts val="0"/>
              </a:spcBef>
              <a:defRPr sz="2400" b="0" spc="-48">
                <a:solidFill>
                  <a:srgbClr val="868796"/>
                </a:solidFill>
                <a:latin typeface="SuisseIntl-Medium"/>
                <a:ea typeface="SuisseIntl-Medium"/>
                <a:cs typeface="SuisseIntl-Medium"/>
                <a:sym typeface="SuisseIntl-Medium"/>
              </a:defRPr>
            </a:lvl2pPr>
            <a:lvl3pPr>
              <a:spcBef>
                <a:spcPts val="0"/>
              </a:spcBef>
              <a:defRPr sz="2400" b="0" spc="-48">
                <a:solidFill>
                  <a:srgbClr val="868796"/>
                </a:solidFill>
                <a:latin typeface="SuisseIntl-Medium"/>
                <a:ea typeface="SuisseIntl-Medium"/>
                <a:cs typeface="SuisseIntl-Medium"/>
                <a:sym typeface="SuisseIntl-Medium"/>
              </a:defRPr>
            </a:lvl3pPr>
            <a:lvl4pPr>
              <a:spcBef>
                <a:spcPts val="0"/>
              </a:spcBef>
              <a:defRPr sz="2400" b="0" spc="-48">
                <a:solidFill>
                  <a:srgbClr val="868796"/>
                </a:solidFill>
                <a:latin typeface="SuisseIntl-Medium"/>
                <a:ea typeface="SuisseIntl-Medium"/>
                <a:cs typeface="SuisseIntl-Medium"/>
                <a:sym typeface="SuisseIntl-Medium"/>
              </a:defRPr>
            </a:lvl4pPr>
            <a:lvl5pPr>
              <a:spcBef>
                <a:spcPts val="0"/>
              </a:spcBef>
              <a:defRPr sz="2400" b="0" spc="-48">
                <a:solidFill>
                  <a:srgbClr val="868796"/>
                </a:solidFill>
                <a:latin typeface="SuisseIntl-Medium"/>
                <a:ea typeface="SuisseIntl-Medium"/>
                <a:cs typeface="SuisseIntl-Medium"/>
                <a:sym typeface="SuisseIntl-Medium"/>
              </a:defRPr>
            </a:lvl5pPr>
          </a:lstStyle>
          <a:p>
            <a:r>
              <a:rPr dirty="0"/>
              <a:t>Slide Subtitle</a:t>
            </a:r>
          </a:p>
          <a:p>
            <a:pPr lvl="1"/>
            <a:endParaRPr dirty="0"/>
          </a:p>
          <a:p>
            <a:pPr lvl="2"/>
            <a:endParaRPr dirty="0"/>
          </a:p>
          <a:p>
            <a:pPr lvl="3"/>
            <a:endParaRPr dirty="0"/>
          </a:p>
          <a:p>
            <a:pPr lvl="4"/>
            <a:endParaRPr dirty="0"/>
          </a:p>
        </p:txBody>
      </p:sp>
      <p:sp>
        <p:nvSpPr>
          <p:cNvPr id="32"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49" name="Body Level One…"/>
          <p:cNvSpPr txBox="1">
            <a:spLocks noGrp="1"/>
          </p:cNvSpPr>
          <p:nvPr>
            <p:ph type="body" idx="1" hasCustomPrompt="1"/>
          </p:nvPr>
        </p:nvSpPr>
        <p:spPr>
          <a:prstGeom prst="rect">
            <a:avLst/>
          </a:prstGeom>
        </p:spPr>
        <p:txBody>
          <a:bodyPr numCol="2" spcCol="1098550"/>
          <a:lstStyle>
            <a:lvl1pPr marL="304800" indent="-304800">
              <a:spcBef>
                <a:spcPts val="0"/>
              </a:spcBef>
              <a:buSzPct val="123000"/>
              <a:buChar char="•"/>
              <a:defRPr sz="2400" b="0" spc="-48">
                <a:solidFill>
                  <a:srgbClr val="868796"/>
                </a:solidFill>
                <a:latin typeface="SuisseIntl-Medium"/>
                <a:ea typeface="SuisseIntl-Medium"/>
                <a:cs typeface="SuisseIntl-Medium"/>
                <a:sym typeface="SuisseIntl-Medium"/>
              </a:defRPr>
            </a:lvl1pPr>
            <a:lvl2pPr marL="914400" indent="-304800">
              <a:spcBef>
                <a:spcPts val="0"/>
              </a:spcBef>
              <a:buSzPct val="123000"/>
              <a:buChar char="•"/>
              <a:defRPr sz="2400" b="0" spc="-48">
                <a:solidFill>
                  <a:srgbClr val="868796"/>
                </a:solidFill>
                <a:latin typeface="SuisseIntl-Medium"/>
                <a:ea typeface="SuisseIntl-Medium"/>
                <a:cs typeface="SuisseIntl-Medium"/>
                <a:sym typeface="SuisseIntl-Medium"/>
              </a:defRPr>
            </a:lvl2pPr>
            <a:lvl3pPr marL="1524000" indent="-304800">
              <a:spcBef>
                <a:spcPts val="0"/>
              </a:spcBef>
              <a:buSzPct val="123000"/>
              <a:buChar char="•"/>
              <a:defRPr sz="2400" b="0" spc="-48">
                <a:solidFill>
                  <a:srgbClr val="868796"/>
                </a:solidFill>
                <a:latin typeface="SuisseIntl-Medium"/>
                <a:ea typeface="SuisseIntl-Medium"/>
                <a:cs typeface="SuisseIntl-Medium"/>
                <a:sym typeface="SuisseIntl-Medium"/>
              </a:defRPr>
            </a:lvl3pPr>
            <a:lvl4pPr marL="2133600" indent="-304800">
              <a:spcBef>
                <a:spcPts val="0"/>
              </a:spcBef>
              <a:buSzPct val="123000"/>
              <a:buChar char="•"/>
              <a:defRPr sz="2400" b="0" spc="-48">
                <a:solidFill>
                  <a:srgbClr val="868796"/>
                </a:solidFill>
                <a:latin typeface="SuisseIntl-Medium"/>
                <a:ea typeface="SuisseIntl-Medium"/>
                <a:cs typeface="SuisseIntl-Medium"/>
                <a:sym typeface="SuisseIntl-Medium"/>
              </a:defRPr>
            </a:lvl4pPr>
            <a:lvl5pPr marL="2743200" indent="-304800">
              <a:spcBef>
                <a:spcPts val="0"/>
              </a:spcBef>
              <a:buSzPct val="123000"/>
              <a:buChar char="•"/>
              <a:defRPr sz="2400" b="0" spc="-48">
                <a:solidFill>
                  <a:srgbClr val="868796"/>
                </a:solidFill>
                <a:latin typeface="SuisseIntl-Medium"/>
                <a:ea typeface="SuisseIntl-Medium"/>
                <a:cs typeface="SuisseIntl-Medium"/>
                <a:sym typeface="SuisseIntl-Medium"/>
              </a:defRPr>
            </a:lvl5pPr>
          </a:lstStyle>
          <a:p>
            <a:r>
              <a:rPr dirty="0"/>
              <a:t>Slide bullet text</a:t>
            </a:r>
          </a:p>
          <a:p>
            <a:pPr lvl="1"/>
            <a:endParaRPr dirty="0"/>
          </a:p>
          <a:p>
            <a:pPr lvl="2"/>
            <a:endParaRPr dirty="0"/>
          </a:p>
          <a:p>
            <a:pPr lvl="3"/>
            <a:endParaRPr dirty="0"/>
          </a:p>
          <a:p>
            <a:pPr lvl="4"/>
            <a:endParaRPr dirty="0"/>
          </a:p>
        </p:txBody>
      </p:sp>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57"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a:spcBef>
                <a:spcPts val="0"/>
              </a:spcBef>
              <a:defRPr sz="2400" b="0" spc="-48">
                <a:solidFill>
                  <a:srgbClr val="868796"/>
                </a:solidFill>
                <a:latin typeface="SuisseIntl-Medium"/>
                <a:ea typeface="SuisseIntl-Medium"/>
                <a:cs typeface="SuisseIntl-Medium"/>
                <a:sym typeface="SuisseIntl-Medium"/>
              </a:defRPr>
            </a:lvl1pPr>
          </a:lstStyle>
          <a:p>
            <a:r>
              <a:rPr dirty="0"/>
              <a:t>Slide Subtitle</a:t>
            </a:r>
          </a:p>
        </p:txBody>
      </p:sp>
      <p:sp>
        <p:nvSpPr>
          <p:cNvPr id="58" name="Body Level One…"/>
          <p:cNvSpPr txBox="1">
            <a:spLocks noGrp="1"/>
          </p:cNvSpPr>
          <p:nvPr>
            <p:ph type="body" sz="half" idx="1" hasCustomPrompt="1"/>
          </p:nvPr>
        </p:nvSpPr>
        <p:spPr>
          <a:xfrm>
            <a:off x="1206500" y="4248504"/>
            <a:ext cx="9779000" cy="8256630"/>
          </a:xfrm>
          <a:prstGeom prst="rect">
            <a:avLst/>
          </a:prstGeom>
        </p:spPr>
        <p:txBody>
          <a:bodyPr/>
          <a:lstStyle>
            <a:lvl1pPr>
              <a:lnSpc>
                <a:spcPct val="110000"/>
              </a:lnSpc>
              <a:spcBef>
                <a:spcPts val="0"/>
              </a:spcBef>
              <a:defRPr b="0">
                <a:solidFill>
                  <a:srgbClr val="868796"/>
                </a:solidFill>
              </a:defRPr>
            </a:lvl1pPr>
            <a:lvl2pPr>
              <a:lnSpc>
                <a:spcPct val="110000"/>
              </a:lnSpc>
              <a:spcBef>
                <a:spcPts val="0"/>
              </a:spcBef>
              <a:defRPr b="0">
                <a:solidFill>
                  <a:srgbClr val="868796"/>
                </a:solidFill>
              </a:defRPr>
            </a:lvl2pPr>
            <a:lvl3pPr>
              <a:lnSpc>
                <a:spcPct val="110000"/>
              </a:lnSpc>
              <a:spcBef>
                <a:spcPts val="0"/>
              </a:spcBef>
              <a:defRPr b="0">
                <a:solidFill>
                  <a:srgbClr val="868796"/>
                </a:solidFill>
              </a:defRPr>
            </a:lvl3pPr>
            <a:lvl4pPr>
              <a:lnSpc>
                <a:spcPct val="110000"/>
              </a:lnSpc>
              <a:spcBef>
                <a:spcPts val="0"/>
              </a:spcBef>
              <a:defRPr b="0">
                <a:solidFill>
                  <a:srgbClr val="868796"/>
                </a:solidFill>
              </a:defRPr>
            </a:lvl4pPr>
            <a:lvl5pPr>
              <a:lnSpc>
                <a:spcPct val="110000"/>
              </a:lnSpc>
              <a:spcBef>
                <a:spcPts val="0"/>
              </a:spcBef>
              <a:defRPr b="0">
                <a:solidFill>
                  <a:srgbClr val="868796"/>
                </a:solidFill>
              </a:defRPr>
            </a:lvl5pPr>
          </a:lstStyle>
          <a:p>
            <a:r>
              <a:rPr dirty="0"/>
              <a:t>Slide bullet text</a:t>
            </a:r>
          </a:p>
          <a:p>
            <a:pPr lvl="1"/>
            <a:endParaRPr dirty="0"/>
          </a:p>
          <a:p>
            <a:pPr lvl="2"/>
            <a:endParaRPr dirty="0"/>
          </a:p>
          <a:p>
            <a:pPr lvl="3"/>
            <a:endParaRPr dirty="0"/>
          </a:p>
          <a:p>
            <a:pPr lvl="4"/>
            <a:endParaRPr dirty="0"/>
          </a:p>
        </p:txBody>
      </p:sp>
      <p:sp>
        <p:nvSpPr>
          <p:cNvPr id="59" name="Bowl of pappardelle pasta with parsley butter, roasted hazelnuts and shaved parmesan cheese"/>
          <p:cNvSpPr>
            <a:spLocks noGrp="1"/>
          </p:cNvSpPr>
          <p:nvPr>
            <p:ph type="pic" idx="22"/>
          </p:nvPr>
        </p:nvSpPr>
        <p:spPr>
          <a:xfrm>
            <a:off x="12192000" y="1368750"/>
            <a:ext cx="10916874" cy="11136384"/>
          </a:xfrm>
          <a:prstGeom prst="rect">
            <a:avLst/>
          </a:prstGeom>
        </p:spPr>
        <p:txBody>
          <a:bodyPr lIns="91439" tIns="45719" rIns="91439" bIns="45719">
            <a:noAutofit/>
          </a:bodyPr>
          <a:lstStyle/>
          <a:p>
            <a:endParaRPr dirty="0"/>
          </a:p>
        </p:txBody>
      </p:sp>
      <p:sp>
        <p:nvSpPr>
          <p:cNvPr id="60" name="Slide Title"/>
          <p:cNvSpPr txBox="1">
            <a:spLocks noGrp="1"/>
          </p:cNvSpPr>
          <p:nvPr>
            <p:ph type="title" hasCustomPrompt="1"/>
          </p:nvPr>
        </p:nvSpPr>
        <p:spPr>
          <a:xfrm>
            <a:off x="1206500" y="1368750"/>
            <a:ext cx="9779000" cy="1435101"/>
          </a:xfrm>
          <a:prstGeom prst="rect">
            <a:avLst/>
          </a:prstGeom>
        </p:spPr>
        <p:txBody>
          <a:bodyPr/>
          <a:lstStyle>
            <a:lvl1pPr algn="l">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6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Bullets &amp; Photo copy">
    <p:spTree>
      <p:nvGrpSpPr>
        <p:cNvPr id="1" name=""/>
        <p:cNvGrpSpPr/>
        <p:nvPr/>
      </p:nvGrpSpPr>
      <p:grpSpPr>
        <a:xfrm>
          <a:off x="0" y="0"/>
          <a:ext cx="0" cy="0"/>
          <a:chOff x="0" y="0"/>
          <a:chExt cx="0" cy="0"/>
        </a:xfrm>
      </p:grpSpPr>
      <p:sp>
        <p:nvSpPr>
          <p:cNvPr id="68"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a:spcBef>
                <a:spcPts val="0"/>
              </a:spcBef>
              <a:defRPr sz="2400" b="0" spc="-48">
                <a:solidFill>
                  <a:srgbClr val="868796"/>
                </a:solidFill>
                <a:latin typeface="SuisseIntl-Medium"/>
                <a:ea typeface="SuisseIntl-Medium"/>
                <a:cs typeface="SuisseIntl-Medium"/>
                <a:sym typeface="SuisseIntl-Medium"/>
              </a:defRPr>
            </a:lvl1pPr>
          </a:lstStyle>
          <a:p>
            <a:r>
              <a:rPr dirty="0"/>
              <a:t>Slide Subtitle</a:t>
            </a:r>
          </a:p>
        </p:txBody>
      </p:sp>
      <p:sp>
        <p:nvSpPr>
          <p:cNvPr id="69" name="Body Level One…"/>
          <p:cNvSpPr txBox="1">
            <a:spLocks noGrp="1"/>
          </p:cNvSpPr>
          <p:nvPr>
            <p:ph type="body" sz="half" idx="1" hasCustomPrompt="1"/>
          </p:nvPr>
        </p:nvSpPr>
        <p:spPr>
          <a:xfrm>
            <a:off x="1206500" y="4248504"/>
            <a:ext cx="9779000" cy="8256630"/>
          </a:xfrm>
          <a:prstGeom prst="rect">
            <a:avLst/>
          </a:prstGeom>
        </p:spPr>
        <p:txBody>
          <a:bodyPr/>
          <a:lstStyle/>
          <a:p>
            <a:r>
              <a:rPr dirty="0"/>
              <a:t>Slide bullet text</a:t>
            </a:r>
          </a:p>
          <a:p>
            <a:pPr lvl="1"/>
            <a:endParaRPr dirty="0"/>
          </a:p>
          <a:p>
            <a:pPr lvl="2"/>
            <a:endParaRPr dirty="0"/>
          </a:p>
          <a:p>
            <a:pPr lvl="3"/>
            <a:endParaRPr dirty="0"/>
          </a:p>
          <a:p>
            <a:pPr lvl="4"/>
            <a:endParaRPr dirty="0"/>
          </a:p>
        </p:txBody>
      </p:sp>
      <p:sp>
        <p:nvSpPr>
          <p:cNvPr id="70" name="Bowl of pappardelle pasta with parsley butter, roasted hazelnuts and shaved parmesan cheese"/>
          <p:cNvSpPr>
            <a:spLocks noGrp="1"/>
          </p:cNvSpPr>
          <p:nvPr>
            <p:ph type="pic" idx="22"/>
          </p:nvPr>
        </p:nvSpPr>
        <p:spPr>
          <a:xfrm>
            <a:off x="12192000" y="1368750"/>
            <a:ext cx="10916874" cy="11136384"/>
          </a:xfrm>
          <a:prstGeom prst="rect">
            <a:avLst/>
          </a:prstGeom>
        </p:spPr>
        <p:txBody>
          <a:bodyPr lIns="91439" tIns="45719" rIns="91439" bIns="45719">
            <a:noAutofit/>
          </a:bodyPr>
          <a:lstStyle/>
          <a:p>
            <a:endParaRPr dirty="0"/>
          </a:p>
        </p:txBody>
      </p:sp>
      <p:sp>
        <p:nvSpPr>
          <p:cNvPr id="71" name="Slide Title"/>
          <p:cNvSpPr txBox="1">
            <a:spLocks noGrp="1"/>
          </p:cNvSpPr>
          <p:nvPr>
            <p:ph type="title" hasCustomPrompt="1"/>
          </p:nvPr>
        </p:nvSpPr>
        <p:spPr>
          <a:xfrm>
            <a:off x="1206500" y="1368750"/>
            <a:ext cx="9779000" cy="1435101"/>
          </a:xfrm>
          <a:prstGeom prst="rect">
            <a:avLst/>
          </a:prstGeom>
        </p:spPr>
        <p:txBody>
          <a:bodyPr/>
          <a:lstStyle>
            <a:lvl1pPr algn="l">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7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9"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a:spcBef>
                <a:spcPts val="0"/>
              </a:spcBef>
              <a:defRPr sz="2400" b="0" spc="-48">
                <a:solidFill>
                  <a:srgbClr val="868796"/>
                </a:solidFill>
                <a:latin typeface="SuisseIntl-Medium"/>
                <a:ea typeface="SuisseIntl-Medium"/>
                <a:cs typeface="SuisseIntl-Medium"/>
                <a:sym typeface="SuisseIntl-Medium"/>
              </a:defRPr>
            </a:lvl1pPr>
          </a:lstStyle>
          <a:p>
            <a:r>
              <a:t>Slide Subtitle</a:t>
            </a:r>
          </a:p>
        </p:txBody>
      </p:sp>
      <p:sp>
        <p:nvSpPr>
          <p:cNvPr id="80" name="Body Level One…"/>
          <p:cNvSpPr txBox="1">
            <a:spLocks noGrp="1"/>
          </p:cNvSpPr>
          <p:nvPr>
            <p:ph type="body" sz="half" idx="1" hasCustomPrompt="1"/>
          </p:nvPr>
        </p:nvSpPr>
        <p:spPr>
          <a:xfrm>
            <a:off x="1206500" y="4248504"/>
            <a:ext cx="9779000" cy="8256630"/>
          </a:xfrm>
          <a:prstGeom prst="rect">
            <a:avLst/>
          </a:prstGeom>
        </p:spPr>
        <p:txBody>
          <a:bodyPr/>
          <a:lstStyle>
            <a:lvl1pPr marL="304800" indent="-304800">
              <a:spcBef>
                <a:spcPts val="0"/>
              </a:spcBef>
              <a:buSzPct val="123000"/>
              <a:buChar char="•"/>
              <a:defRPr sz="2400" b="0" spc="-48">
                <a:solidFill>
                  <a:srgbClr val="868796"/>
                </a:solidFill>
                <a:latin typeface="SuisseIntl-Medium"/>
                <a:ea typeface="SuisseIntl-Medium"/>
                <a:cs typeface="SuisseIntl-Medium"/>
                <a:sym typeface="SuisseIntl-Medium"/>
              </a:defRPr>
            </a:lvl1pPr>
            <a:lvl2pPr marL="914400" indent="-304800">
              <a:spcBef>
                <a:spcPts val="0"/>
              </a:spcBef>
              <a:buSzPct val="123000"/>
              <a:buChar char="•"/>
              <a:defRPr sz="2400" b="0" spc="-48">
                <a:solidFill>
                  <a:srgbClr val="868796"/>
                </a:solidFill>
                <a:latin typeface="SuisseIntl-Medium"/>
                <a:ea typeface="SuisseIntl-Medium"/>
                <a:cs typeface="SuisseIntl-Medium"/>
                <a:sym typeface="SuisseIntl-Medium"/>
              </a:defRPr>
            </a:lvl2pPr>
            <a:lvl3pPr marL="1524000" indent="-304800">
              <a:spcBef>
                <a:spcPts val="0"/>
              </a:spcBef>
              <a:buSzPct val="123000"/>
              <a:buChar char="•"/>
              <a:defRPr sz="2400" b="0" spc="-48">
                <a:solidFill>
                  <a:srgbClr val="868796"/>
                </a:solidFill>
                <a:latin typeface="SuisseIntl-Medium"/>
                <a:ea typeface="SuisseIntl-Medium"/>
                <a:cs typeface="SuisseIntl-Medium"/>
                <a:sym typeface="SuisseIntl-Medium"/>
              </a:defRPr>
            </a:lvl3pPr>
            <a:lvl4pPr marL="2133600" indent="-304800">
              <a:spcBef>
                <a:spcPts val="0"/>
              </a:spcBef>
              <a:buSzPct val="123000"/>
              <a:buChar char="•"/>
              <a:defRPr sz="2400" b="0" spc="-48">
                <a:solidFill>
                  <a:srgbClr val="868796"/>
                </a:solidFill>
                <a:latin typeface="SuisseIntl-Medium"/>
                <a:ea typeface="SuisseIntl-Medium"/>
                <a:cs typeface="SuisseIntl-Medium"/>
                <a:sym typeface="SuisseIntl-Medium"/>
              </a:defRPr>
            </a:lvl4pPr>
            <a:lvl5pPr marL="2743200" indent="-304800">
              <a:spcBef>
                <a:spcPts val="0"/>
              </a:spcBef>
              <a:buSzPct val="123000"/>
              <a:buChar char="•"/>
              <a:defRPr sz="2400" b="0" spc="-48">
                <a:solidFill>
                  <a:srgbClr val="868796"/>
                </a:solidFill>
                <a:latin typeface="SuisseIntl-Medium"/>
                <a:ea typeface="SuisseIntl-Medium"/>
                <a:cs typeface="SuisseIntl-Medium"/>
                <a:sym typeface="SuisseIntl-Medium"/>
              </a:defRPr>
            </a:lvl5pPr>
          </a:lstStyle>
          <a:p>
            <a:r>
              <a:t>Slide bullet text</a:t>
            </a:r>
          </a:p>
          <a:p>
            <a:pPr lvl="1"/>
            <a:endParaRPr/>
          </a:p>
          <a:p>
            <a:pPr lvl="2"/>
            <a:endParaRPr/>
          </a:p>
          <a:p>
            <a:pPr lvl="3"/>
            <a:endParaRPr/>
          </a:p>
          <a:p>
            <a:pPr lvl="4"/>
            <a:endParaRPr/>
          </a:p>
        </p:txBody>
      </p:sp>
      <p:sp>
        <p:nvSpPr>
          <p:cNvPr id="81" name="Slide Title"/>
          <p:cNvSpPr txBox="1">
            <a:spLocks noGrp="1"/>
          </p:cNvSpPr>
          <p:nvPr>
            <p:ph type="title" hasCustomPrompt="1"/>
          </p:nvPr>
        </p:nvSpPr>
        <p:spPr>
          <a:xfrm>
            <a:off x="1206500" y="1368750"/>
            <a:ext cx="9779000" cy="1435101"/>
          </a:xfrm>
          <a:prstGeom prst="rect">
            <a:avLst/>
          </a:prstGeom>
        </p:spPr>
        <p:txBody>
          <a:bodyPr/>
          <a:lstStyle>
            <a:lvl1pPr algn="l">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8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9" name="Slide Subtitle"/>
          <p:cNvSpPr txBox="1">
            <a:spLocks noGrp="1"/>
          </p:cNvSpPr>
          <p:nvPr>
            <p:ph type="body" sz="quarter" idx="21" hasCustomPrompt="1"/>
          </p:nvPr>
        </p:nvSpPr>
        <p:spPr>
          <a:xfrm>
            <a:off x="1206500" y="2372962"/>
            <a:ext cx="9779000" cy="934780"/>
          </a:xfrm>
          <a:prstGeom prst="rect">
            <a:avLst/>
          </a:prstGeom>
        </p:spPr>
        <p:txBody>
          <a:bodyPr lIns="45719" tIns="45719" rIns="45719" bIns="45719"/>
          <a:lstStyle>
            <a:lvl1pPr>
              <a:spcBef>
                <a:spcPts val="0"/>
              </a:spcBef>
              <a:defRPr sz="2400" b="0" spc="-48">
                <a:solidFill>
                  <a:srgbClr val="868796"/>
                </a:solidFill>
                <a:latin typeface="SuisseIntl-Medium"/>
                <a:ea typeface="SuisseIntl-Medium"/>
                <a:cs typeface="SuisseIntl-Medium"/>
                <a:sym typeface="SuisseIntl-Medium"/>
              </a:defRPr>
            </a:lvl1pPr>
          </a:lstStyle>
          <a:p>
            <a:r>
              <a:t>Slide Subtitle</a:t>
            </a:r>
          </a:p>
        </p:txBody>
      </p:sp>
      <p:sp>
        <p:nvSpPr>
          <p:cNvPr id="90" name="Body Level One…"/>
          <p:cNvSpPr txBox="1">
            <a:spLocks noGrp="1"/>
          </p:cNvSpPr>
          <p:nvPr>
            <p:ph type="body" sz="half" idx="1" hasCustomPrompt="1"/>
          </p:nvPr>
        </p:nvSpPr>
        <p:spPr>
          <a:xfrm>
            <a:off x="1206500" y="4248504"/>
            <a:ext cx="9779000" cy="8256630"/>
          </a:xfrm>
          <a:prstGeom prst="rect">
            <a:avLst/>
          </a:prstGeom>
        </p:spPr>
        <p:txBody>
          <a:bodyPr/>
          <a:lstStyle>
            <a:lvl1pPr marL="304800" indent="-304800">
              <a:spcBef>
                <a:spcPts val="0"/>
              </a:spcBef>
              <a:buSzPct val="123000"/>
              <a:buChar char="•"/>
              <a:defRPr sz="2400" b="0" spc="-48">
                <a:solidFill>
                  <a:srgbClr val="868796"/>
                </a:solidFill>
                <a:latin typeface="SuisseIntl-Medium"/>
                <a:ea typeface="SuisseIntl-Medium"/>
                <a:cs typeface="SuisseIntl-Medium"/>
                <a:sym typeface="SuisseIntl-Medium"/>
              </a:defRPr>
            </a:lvl1pPr>
            <a:lvl2pPr marL="914400" indent="-304800">
              <a:spcBef>
                <a:spcPts val="0"/>
              </a:spcBef>
              <a:buSzPct val="123000"/>
              <a:buChar char="•"/>
              <a:defRPr sz="2400" b="0" spc="-48">
                <a:solidFill>
                  <a:srgbClr val="868796"/>
                </a:solidFill>
                <a:latin typeface="SuisseIntl-Medium"/>
                <a:ea typeface="SuisseIntl-Medium"/>
                <a:cs typeface="SuisseIntl-Medium"/>
                <a:sym typeface="SuisseIntl-Medium"/>
              </a:defRPr>
            </a:lvl2pPr>
            <a:lvl3pPr marL="1524000" indent="-304800">
              <a:spcBef>
                <a:spcPts val="0"/>
              </a:spcBef>
              <a:buSzPct val="123000"/>
              <a:buChar char="•"/>
              <a:defRPr sz="2400" b="0" spc="-48">
                <a:solidFill>
                  <a:srgbClr val="868796"/>
                </a:solidFill>
                <a:latin typeface="SuisseIntl-Medium"/>
                <a:ea typeface="SuisseIntl-Medium"/>
                <a:cs typeface="SuisseIntl-Medium"/>
                <a:sym typeface="SuisseIntl-Medium"/>
              </a:defRPr>
            </a:lvl3pPr>
            <a:lvl4pPr marL="2133600" indent="-304800">
              <a:spcBef>
                <a:spcPts val="0"/>
              </a:spcBef>
              <a:buSzPct val="123000"/>
              <a:buChar char="•"/>
              <a:defRPr sz="2400" b="0" spc="-48">
                <a:solidFill>
                  <a:srgbClr val="868796"/>
                </a:solidFill>
                <a:latin typeface="SuisseIntl-Medium"/>
                <a:ea typeface="SuisseIntl-Medium"/>
                <a:cs typeface="SuisseIntl-Medium"/>
                <a:sym typeface="SuisseIntl-Medium"/>
              </a:defRPr>
            </a:lvl4pPr>
            <a:lvl5pPr marL="2743200" indent="-304800">
              <a:spcBef>
                <a:spcPts val="0"/>
              </a:spcBef>
              <a:buSzPct val="123000"/>
              <a:buChar char="•"/>
              <a:defRPr sz="2400" b="0" spc="-48">
                <a:solidFill>
                  <a:srgbClr val="868796"/>
                </a:solidFill>
                <a:latin typeface="SuisseIntl-Medium"/>
                <a:ea typeface="SuisseIntl-Medium"/>
                <a:cs typeface="SuisseIntl-Medium"/>
                <a:sym typeface="SuisseIntl-Medium"/>
              </a:defRPr>
            </a:lvl5pPr>
          </a:lstStyle>
          <a:p>
            <a:r>
              <a:t>Slide bullet text</a:t>
            </a:r>
          </a:p>
          <a:p>
            <a:pPr lvl="1"/>
            <a:endParaRPr/>
          </a:p>
          <a:p>
            <a:pPr lvl="2"/>
            <a:endParaRPr/>
          </a:p>
          <a:p>
            <a:pPr lvl="3"/>
            <a:endParaRPr/>
          </a:p>
          <a:p>
            <a:pPr lvl="4"/>
            <a:endParaRPr/>
          </a:p>
        </p:txBody>
      </p:sp>
      <p:sp>
        <p:nvSpPr>
          <p:cNvPr id="91" name="Slide Title"/>
          <p:cNvSpPr txBox="1">
            <a:spLocks noGrp="1"/>
          </p:cNvSpPr>
          <p:nvPr>
            <p:ph type="title" hasCustomPrompt="1"/>
          </p:nvPr>
        </p:nvSpPr>
        <p:spPr>
          <a:xfrm>
            <a:off x="1206500" y="1368750"/>
            <a:ext cx="9779000" cy="1435101"/>
          </a:xfrm>
          <a:prstGeom prst="rect">
            <a:avLst/>
          </a:prstGeom>
        </p:spPr>
        <p:txBody>
          <a:bodyPr/>
          <a:lstStyle>
            <a:lvl1pPr algn="l">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ection">
    <p:spTree>
      <p:nvGrpSpPr>
        <p:cNvPr id="1" name=""/>
        <p:cNvGrpSpPr/>
        <p:nvPr/>
      </p:nvGrpSpPr>
      <p:grpSpPr>
        <a:xfrm>
          <a:off x="0" y="0"/>
          <a:ext cx="0" cy="0"/>
          <a:chOff x="0" y="0"/>
          <a:chExt cx="0" cy="0"/>
        </a:xfrm>
      </p:grpSpPr>
      <p:sp>
        <p:nvSpPr>
          <p:cNvPr id="99" name="Section Title"/>
          <p:cNvSpPr txBox="1">
            <a:spLocks noGrp="1"/>
          </p:cNvSpPr>
          <p:nvPr>
            <p:ph type="title" hasCustomPrompt="1"/>
          </p:nvPr>
        </p:nvSpPr>
        <p:spPr>
          <a:xfrm>
            <a:off x="1206496" y="4533900"/>
            <a:ext cx="21971004" cy="4648200"/>
          </a:xfrm>
          <a:prstGeom prst="rect">
            <a:avLst/>
          </a:prstGeom>
        </p:spPr>
        <p:txBody>
          <a:bodyPr anchor="ctr"/>
          <a:lstStyle>
            <a:lvl1pPr defTabSz="2438338">
              <a:lnSpc>
                <a:spcPct val="70000"/>
              </a:lnSpc>
              <a:defRPr sz="11000" b="1" i="0" spc="-220">
                <a:latin typeface="Suisse Int'l Semi Bold" panose="020B0504000000000000" pitchFamily="34" charset="-78"/>
                <a:cs typeface="Suisse Int'l Semi Bold" panose="020B0504000000000000" pitchFamily="34" charset="-78"/>
              </a:defRPr>
            </a:lvl1pPr>
          </a:lstStyle>
          <a:p>
            <a:r>
              <a:rPr dirty="0"/>
              <a:t>Section Title</a:t>
            </a:r>
          </a:p>
        </p:txBody>
      </p:sp>
      <p:sp>
        <p:nvSpPr>
          <p:cNvPr id="100" name="Slide Number"/>
          <p:cNvSpPr txBox="1">
            <a:spLocks noGrp="1"/>
          </p:cNvSpPr>
          <p:nvPr>
            <p:ph type="sldNum" sz="quarter" idx="2"/>
          </p:nvPr>
        </p:nvSpPr>
        <p:spPr>
          <a:xfrm>
            <a:off x="12001499" y="13085233"/>
            <a:ext cx="368505" cy="374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107" name="Slide Title"/>
          <p:cNvSpPr txBox="1">
            <a:spLocks noGrp="1"/>
          </p:cNvSpPr>
          <p:nvPr>
            <p:ph type="title" hasCustomPrompt="1"/>
          </p:nvPr>
        </p:nvSpPr>
        <p:spPr>
          <a:xfrm>
            <a:off x="1206500" y="1368750"/>
            <a:ext cx="21971000" cy="1434949"/>
          </a:xfrm>
          <a:prstGeom prst="rect">
            <a:avLst/>
          </a:prstGeom>
        </p:spPr>
        <p:txBody>
          <a:bodyPr/>
          <a:lstStyle>
            <a:lvl1pPr>
              <a:defRPr b="1" i="0">
                <a:latin typeface="Suisse Int'l Semi Bold" panose="020B0504000000000000" pitchFamily="34" charset="-78"/>
                <a:cs typeface="Suisse Int'l Semi Bold" panose="020B0504000000000000" pitchFamily="34" charset="-78"/>
              </a:defRPr>
            </a:lvl1pPr>
          </a:lstStyle>
          <a:p>
            <a:r>
              <a:rPr dirty="0"/>
              <a:t>Slide Title</a:t>
            </a:r>
          </a:p>
        </p:txBody>
      </p:sp>
      <p:sp>
        <p:nvSpPr>
          <p:cNvPr id="108"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algn="ctr">
              <a:spcBef>
                <a:spcPts val="0"/>
              </a:spcBef>
              <a:defRPr sz="2400" b="0" spc="-48">
                <a:solidFill>
                  <a:srgbClr val="868796"/>
                </a:solidFill>
                <a:latin typeface="SuisseIntl-Medium"/>
                <a:ea typeface="SuisseIntl-Medium"/>
                <a:cs typeface="SuisseIntl-Medium"/>
                <a:sym typeface="SuisseIntl-Medium"/>
              </a:defRPr>
            </a:lvl1pPr>
          </a:lstStyle>
          <a:p>
            <a:r>
              <a:t>Slide Subtitle</a:t>
            </a:r>
          </a:p>
        </p:txBody>
      </p:sp>
      <p:sp>
        <p:nvSpPr>
          <p:cNvPr id="10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116" name="Agenda Title"/>
          <p:cNvSpPr txBox="1">
            <a:spLocks noGrp="1"/>
          </p:cNvSpPr>
          <p:nvPr>
            <p:ph type="title" hasCustomPrompt="1"/>
          </p:nvPr>
        </p:nvSpPr>
        <p:spPr>
          <a:xfrm>
            <a:off x="1206500" y="1368750"/>
            <a:ext cx="21971000" cy="1435101"/>
          </a:xfrm>
          <a:prstGeom prst="rect">
            <a:avLst/>
          </a:prstGeom>
        </p:spPr>
        <p:txBody>
          <a:bodyPr/>
          <a:lstStyle>
            <a:lvl1pPr>
              <a:defRPr b="1" i="0">
                <a:latin typeface="Suisse Int'l Semi Bold" panose="020B0504000000000000" pitchFamily="34" charset="-78"/>
                <a:cs typeface="Suisse Int'l Semi Bold" panose="020B0504000000000000" pitchFamily="34" charset="-78"/>
              </a:defRPr>
            </a:lvl1pPr>
          </a:lstStyle>
          <a:p>
            <a:r>
              <a:rPr dirty="0"/>
              <a:t>Agenda Title</a:t>
            </a:r>
          </a:p>
        </p:txBody>
      </p:sp>
      <p:sp>
        <p:nvSpPr>
          <p:cNvPr id="117"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algn="ctr">
              <a:spcBef>
                <a:spcPts val="0"/>
              </a:spcBef>
              <a:defRPr sz="2400" b="0" spc="-48">
                <a:solidFill>
                  <a:srgbClr val="868796"/>
                </a:solidFill>
                <a:latin typeface="SuisseIntl-Medium"/>
                <a:ea typeface="SuisseIntl-Medium"/>
                <a:cs typeface="SuisseIntl-Medium"/>
                <a:sym typeface="SuisseIntl-Medium"/>
              </a:defRPr>
            </a:lvl1pPr>
          </a:lstStyle>
          <a:p>
            <a:r>
              <a:t>Agenda Subtitle</a:t>
            </a:r>
          </a:p>
        </p:txBody>
      </p:sp>
      <p:sp>
        <p:nvSpPr>
          <p:cNvPr id="118" name="Body Level One…"/>
          <p:cNvSpPr txBox="1">
            <a:spLocks noGrp="1"/>
          </p:cNvSpPr>
          <p:nvPr>
            <p:ph type="body" idx="1" hasCustomPrompt="1"/>
          </p:nvPr>
        </p:nvSpPr>
        <p:spPr>
          <a:prstGeom prst="rect">
            <a:avLst/>
          </a:prstGeom>
        </p:spPr>
        <p:txBody>
          <a:bodyPr/>
          <a:lstStyle>
            <a:lvl1pPr algn="ctr"/>
            <a:lvl2pPr algn="ctr"/>
            <a:lvl3pPr algn="ctr"/>
            <a:lvl4pPr algn="ctr"/>
            <a:lvl5pPr algn="ctr"/>
          </a:lstStyle>
          <a:p>
            <a:r>
              <a:t>Agenda Topics</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tatement">
    <p:spTree>
      <p:nvGrpSpPr>
        <p:cNvPr id="1" name=""/>
        <p:cNvGrpSpPr/>
        <p:nvPr/>
      </p:nvGrpSpPr>
      <p:grpSpPr>
        <a:xfrm>
          <a:off x="0" y="0"/>
          <a:ext cx="0" cy="0"/>
          <a:chOff x="0" y="0"/>
          <a:chExt cx="0" cy="0"/>
        </a:xfrm>
      </p:grpSpPr>
      <p:sp>
        <p:nvSpPr>
          <p:cNvPr id="126" name="Body Level One…"/>
          <p:cNvSpPr txBox="1">
            <a:spLocks noGrp="1"/>
          </p:cNvSpPr>
          <p:nvPr>
            <p:ph type="body" sz="half" idx="1" hasCustomPrompt="1"/>
          </p:nvPr>
        </p:nvSpPr>
        <p:spPr>
          <a:xfrm>
            <a:off x="1206500" y="4920843"/>
            <a:ext cx="21971000" cy="3874314"/>
          </a:xfrm>
          <a:prstGeom prst="rect">
            <a:avLst/>
          </a:prstGeom>
        </p:spPr>
        <p:txBody>
          <a:bodyPr anchor="ctr"/>
          <a:lstStyle>
            <a:lvl1pPr>
              <a:lnSpc>
                <a:spcPct val="100000"/>
              </a:lnSpc>
              <a:spcBef>
                <a:spcPts val="0"/>
              </a:spcBef>
              <a:defRPr sz="3300" b="0" spc="-66">
                <a:solidFill>
                  <a:srgbClr val="878794"/>
                </a:solidFill>
              </a:defRPr>
            </a:lvl1pPr>
            <a:lvl2pPr>
              <a:lnSpc>
                <a:spcPct val="100000"/>
              </a:lnSpc>
              <a:spcBef>
                <a:spcPts val="0"/>
              </a:spcBef>
              <a:defRPr sz="3300" b="0" spc="-66">
                <a:solidFill>
                  <a:srgbClr val="878794"/>
                </a:solidFill>
              </a:defRPr>
            </a:lvl2pPr>
            <a:lvl3pPr>
              <a:lnSpc>
                <a:spcPct val="100000"/>
              </a:lnSpc>
              <a:spcBef>
                <a:spcPts val="0"/>
              </a:spcBef>
              <a:defRPr sz="3300" b="0" spc="-66">
                <a:solidFill>
                  <a:srgbClr val="878794"/>
                </a:solidFill>
              </a:defRPr>
            </a:lvl3pPr>
            <a:lvl4pPr>
              <a:lnSpc>
                <a:spcPct val="100000"/>
              </a:lnSpc>
              <a:spcBef>
                <a:spcPts val="0"/>
              </a:spcBef>
              <a:defRPr sz="3300" b="0" spc="-66">
                <a:solidFill>
                  <a:srgbClr val="878794"/>
                </a:solidFill>
              </a:defRPr>
            </a:lvl4pPr>
            <a:lvl5pPr>
              <a:lnSpc>
                <a:spcPct val="100000"/>
              </a:lnSpc>
              <a:spcBef>
                <a:spcPts val="0"/>
              </a:spcBef>
              <a:defRPr sz="3300" b="0" spc="-66">
                <a:solidFill>
                  <a:srgbClr val="878794"/>
                </a:solidFill>
              </a:defRPr>
            </a:lvl5pPr>
          </a:lstStyle>
          <a:p>
            <a:r>
              <a:rPr dirty="0"/>
              <a:t>Statement</a:t>
            </a:r>
          </a:p>
          <a:p>
            <a:pPr lvl="1"/>
            <a:endParaRPr dirty="0"/>
          </a:p>
          <a:p>
            <a:pPr lvl="2"/>
            <a:endParaRPr dirty="0"/>
          </a:p>
          <a:p>
            <a:pPr lvl="3"/>
            <a:endParaRPr dirty="0"/>
          </a:p>
          <a:p>
            <a:pPr lvl="4"/>
            <a:endParaRPr dirty="0"/>
          </a:p>
        </p:txBody>
      </p:sp>
      <p:sp>
        <p:nvSpPr>
          <p:cNvPr id="12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ig Fact">
    <p:spTree>
      <p:nvGrpSpPr>
        <p:cNvPr id="1" name=""/>
        <p:cNvGrpSpPr/>
        <p:nvPr/>
      </p:nvGrpSpPr>
      <p:grpSpPr>
        <a:xfrm>
          <a:off x="0" y="0"/>
          <a:ext cx="0" cy="0"/>
          <a:chOff x="0" y="0"/>
          <a:chExt cx="0" cy="0"/>
        </a:xfrm>
      </p:grpSpPr>
      <p:sp>
        <p:nvSpPr>
          <p:cNvPr id="134" name="Body Level One…"/>
          <p:cNvSpPr txBox="1">
            <a:spLocks noGrp="1"/>
          </p:cNvSpPr>
          <p:nvPr>
            <p:ph type="body" idx="1" hasCustomPrompt="1"/>
          </p:nvPr>
        </p:nvSpPr>
        <p:spPr>
          <a:xfrm>
            <a:off x="1206500" y="1075927"/>
            <a:ext cx="21971000" cy="7241584"/>
          </a:xfrm>
          <a:prstGeom prst="rect">
            <a:avLst/>
          </a:prstGeom>
        </p:spPr>
        <p:txBody>
          <a:bodyPr anchor="b"/>
          <a:lstStyle>
            <a:lvl1pPr algn="ctr">
              <a:lnSpc>
                <a:spcPct val="70000"/>
              </a:lnSpc>
              <a:spcBef>
                <a:spcPts val="0"/>
              </a:spcBef>
              <a:defRPr sz="11000" b="1" i="0" spc="-220">
                <a:latin typeface="Suisse Int'l Semi Bold" panose="020B0504000000000000" pitchFamily="34" charset="-78"/>
                <a:cs typeface="Suisse Int'l Semi Bold" panose="020B0504000000000000" pitchFamily="34" charset="-78"/>
              </a:defRPr>
            </a:lvl1pPr>
            <a:lvl2pPr algn="ctr">
              <a:lnSpc>
                <a:spcPct val="70000"/>
              </a:lnSpc>
              <a:spcBef>
                <a:spcPts val="0"/>
              </a:spcBef>
              <a:defRPr sz="11000" spc="-220"/>
            </a:lvl2pPr>
            <a:lvl3pPr algn="ctr">
              <a:lnSpc>
                <a:spcPct val="70000"/>
              </a:lnSpc>
              <a:spcBef>
                <a:spcPts val="0"/>
              </a:spcBef>
              <a:defRPr sz="11000" spc="-220"/>
            </a:lvl3pPr>
            <a:lvl4pPr algn="ctr">
              <a:lnSpc>
                <a:spcPct val="70000"/>
              </a:lnSpc>
              <a:spcBef>
                <a:spcPts val="0"/>
              </a:spcBef>
              <a:defRPr sz="11000" spc="-220"/>
            </a:lvl4pPr>
            <a:lvl5pPr algn="ctr">
              <a:lnSpc>
                <a:spcPct val="70000"/>
              </a:lnSpc>
              <a:spcBef>
                <a:spcPts val="0"/>
              </a:spcBef>
              <a:defRPr sz="11000" spc="-220"/>
            </a:lvl5pPr>
          </a:lstStyle>
          <a:p>
            <a:r>
              <a:rPr dirty="0"/>
              <a:t>100%</a:t>
            </a:r>
          </a:p>
          <a:p>
            <a:pPr lvl="1"/>
            <a:endParaRPr dirty="0"/>
          </a:p>
          <a:p>
            <a:pPr lvl="2"/>
            <a:endParaRPr dirty="0"/>
          </a:p>
          <a:p>
            <a:pPr lvl="3"/>
            <a:endParaRPr dirty="0"/>
          </a:p>
          <a:p>
            <a:pPr lvl="4"/>
            <a:endParaRPr dirty="0"/>
          </a:p>
        </p:txBody>
      </p:sp>
      <p:sp>
        <p:nvSpPr>
          <p:cNvPr id="135" name="Fact information"/>
          <p:cNvSpPr txBox="1">
            <a:spLocks noGrp="1"/>
          </p:cNvSpPr>
          <p:nvPr>
            <p:ph type="body" sz="quarter" idx="21" hasCustomPrompt="1"/>
          </p:nvPr>
        </p:nvSpPr>
        <p:spPr>
          <a:xfrm>
            <a:off x="1206500" y="8262180"/>
            <a:ext cx="21971000" cy="934780"/>
          </a:xfrm>
          <a:prstGeom prst="rect">
            <a:avLst/>
          </a:prstGeom>
        </p:spPr>
        <p:txBody>
          <a:bodyPr lIns="45719" tIns="45719" rIns="45719" bIns="45719"/>
          <a:lstStyle>
            <a:lvl1pPr algn="ctr">
              <a:spcBef>
                <a:spcPts val="0"/>
              </a:spcBef>
              <a:defRPr sz="2400" b="0" spc="-48">
                <a:solidFill>
                  <a:srgbClr val="868796"/>
                </a:solidFill>
                <a:latin typeface="SuisseIntl-Medium"/>
                <a:ea typeface="SuisseIntl-Medium"/>
                <a:cs typeface="SuisseIntl-Medium"/>
                <a:sym typeface="SuisseIntl-Medium"/>
              </a:defRPr>
            </a:lvl1pPr>
          </a:lstStyle>
          <a:p>
            <a:r>
              <a:t>Fact information</a:t>
            </a:r>
          </a:p>
        </p:txBody>
      </p:sp>
      <p:sp>
        <p:nvSpPr>
          <p:cNvPr id="1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43" name="Attribution"/>
          <p:cNvSpPr txBox="1">
            <a:spLocks noGrp="1"/>
          </p:cNvSpPr>
          <p:nvPr>
            <p:ph type="body" sz="quarter" idx="21" hasCustomPrompt="1"/>
          </p:nvPr>
        </p:nvSpPr>
        <p:spPr>
          <a:xfrm>
            <a:off x="2091974" y="10672236"/>
            <a:ext cx="20200052" cy="636979"/>
          </a:xfrm>
          <a:prstGeom prst="rect">
            <a:avLst/>
          </a:prstGeom>
        </p:spPr>
        <p:txBody>
          <a:bodyPr lIns="45719" tIns="45719" rIns="45719" bIns="45719"/>
          <a:lstStyle/>
          <a:p>
            <a:r>
              <a:t>Attribution</a:t>
            </a:r>
          </a:p>
        </p:txBody>
      </p:sp>
      <p:sp>
        <p:nvSpPr>
          <p:cNvPr id="144" name="Body Level One…"/>
          <p:cNvSpPr txBox="1">
            <a:spLocks noGrp="1"/>
          </p:cNvSpPr>
          <p:nvPr>
            <p:ph type="body" sz="half" idx="1" hasCustomPrompt="1"/>
          </p:nvPr>
        </p:nvSpPr>
        <p:spPr>
          <a:xfrm>
            <a:off x="1753923" y="4939860"/>
            <a:ext cx="20876154" cy="3836280"/>
          </a:xfrm>
          <a:prstGeom prst="rect">
            <a:avLst/>
          </a:prstGeom>
        </p:spPr>
        <p:txBody>
          <a:bodyPr/>
          <a:lstStyle>
            <a:lvl1pPr>
              <a:lnSpc>
                <a:spcPct val="100000"/>
              </a:lnSpc>
              <a:spcBef>
                <a:spcPts val="0"/>
              </a:spcBef>
              <a:defRPr sz="3300" b="0" spc="-66">
                <a:solidFill>
                  <a:srgbClr val="878794"/>
                </a:solidFill>
              </a:defRPr>
            </a:lvl1pPr>
            <a:lvl2pPr>
              <a:lnSpc>
                <a:spcPct val="100000"/>
              </a:lnSpc>
              <a:spcBef>
                <a:spcPts val="0"/>
              </a:spcBef>
              <a:defRPr sz="3300" b="0" spc="-66">
                <a:solidFill>
                  <a:srgbClr val="878794"/>
                </a:solidFill>
              </a:defRPr>
            </a:lvl2pPr>
            <a:lvl3pPr>
              <a:lnSpc>
                <a:spcPct val="100000"/>
              </a:lnSpc>
              <a:spcBef>
                <a:spcPts val="0"/>
              </a:spcBef>
              <a:defRPr sz="3300" b="0" spc="-66">
                <a:solidFill>
                  <a:srgbClr val="878794"/>
                </a:solidFill>
              </a:defRPr>
            </a:lvl3pPr>
            <a:lvl4pPr>
              <a:lnSpc>
                <a:spcPct val="100000"/>
              </a:lnSpc>
              <a:spcBef>
                <a:spcPts val="0"/>
              </a:spcBef>
              <a:defRPr sz="3300" b="0" spc="-66">
                <a:solidFill>
                  <a:srgbClr val="878794"/>
                </a:solidFill>
              </a:defRPr>
            </a:lvl4pPr>
            <a:lvl5pPr>
              <a:lnSpc>
                <a:spcPct val="100000"/>
              </a:lnSpc>
              <a:spcBef>
                <a:spcPts val="0"/>
              </a:spcBef>
              <a:defRPr sz="3300" b="0" spc="-66">
                <a:solidFill>
                  <a:srgbClr val="878794"/>
                </a:solidFill>
              </a:defRPr>
            </a:lvl5pPr>
          </a:lstStyle>
          <a:p>
            <a:r>
              <a:t>“Notable Quote”</a:t>
            </a:r>
          </a:p>
          <a:p>
            <a:pPr lvl="1"/>
            <a:endParaRPr/>
          </a:p>
          <a:p>
            <a:pPr lvl="2"/>
            <a:endParaRPr/>
          </a:p>
          <a:p>
            <a:pPr lvl="3"/>
            <a:endParaRPr/>
          </a:p>
          <a:p>
            <a:pPr lvl="4"/>
            <a:endParaRPr/>
          </a:p>
        </p:txBody>
      </p:sp>
      <p:sp>
        <p:nvSpPr>
          <p:cNvPr id="1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52" name="Bowl of salad with fried rice, boiled eggs and chopsticks"/>
          <p:cNvSpPr>
            <a:spLocks noGrp="1"/>
          </p:cNvSpPr>
          <p:nvPr>
            <p:ph type="pic" sz="quarter" idx="21"/>
          </p:nvPr>
        </p:nvSpPr>
        <p:spPr>
          <a:xfrm>
            <a:off x="15760700" y="1016000"/>
            <a:ext cx="7439099" cy="5949678"/>
          </a:xfrm>
          <a:prstGeom prst="rect">
            <a:avLst/>
          </a:prstGeom>
        </p:spPr>
        <p:txBody>
          <a:bodyPr lIns="91439" tIns="45719" rIns="91439" bIns="45719">
            <a:noAutofit/>
          </a:bodyPr>
          <a:lstStyle/>
          <a:p>
            <a:endParaRPr/>
          </a:p>
        </p:txBody>
      </p:sp>
      <p:sp>
        <p:nvSpPr>
          <p:cNvPr id="153" name="Bowl with salmon cakes, salad and houmous "/>
          <p:cNvSpPr>
            <a:spLocks noGrp="1"/>
          </p:cNvSpPr>
          <p:nvPr>
            <p:ph type="pic" sz="half" idx="22"/>
          </p:nvPr>
        </p:nvSpPr>
        <p:spPr>
          <a:xfrm>
            <a:off x="13500100" y="3978275"/>
            <a:ext cx="10439400" cy="12150181"/>
          </a:xfrm>
          <a:prstGeom prst="rect">
            <a:avLst/>
          </a:prstGeom>
        </p:spPr>
        <p:txBody>
          <a:bodyPr lIns="91439" tIns="45719" rIns="91439" bIns="45719">
            <a:noAutofit/>
          </a:bodyPr>
          <a:lstStyle/>
          <a:p>
            <a:endParaRPr/>
          </a:p>
        </p:txBody>
      </p:sp>
      <p:sp>
        <p:nvSpPr>
          <p:cNvPr id="154" name="Bowl of pappardelle pasta with parsley butter, roasted hazelnuts and shaved parmesan cheese"/>
          <p:cNvSpPr>
            <a:spLocks noGrp="1"/>
          </p:cNvSpPr>
          <p:nvPr>
            <p:ph type="pic" idx="23"/>
          </p:nvPr>
        </p:nvSpPr>
        <p:spPr>
          <a:xfrm>
            <a:off x="-139700" y="495300"/>
            <a:ext cx="16611600" cy="12458700"/>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62" name="bowl of salad with fried rice, boiled eggs and chopsticks"/>
          <p:cNvSpPr>
            <a:spLocks noGrp="1"/>
          </p:cNvSpPr>
          <p:nvPr>
            <p:ph type="pic" idx="21"/>
          </p:nvPr>
        </p:nvSpPr>
        <p:spPr>
          <a:xfrm>
            <a:off x="-1333500" y="-5524500"/>
            <a:ext cx="27051000" cy="21640800"/>
          </a:xfrm>
          <a:prstGeom prst="rect">
            <a:avLst/>
          </a:prstGeom>
        </p:spPr>
        <p:txBody>
          <a:bodyPr lIns="91439" tIns="45719" rIns="91439" bIns="45719">
            <a:noAutofit/>
          </a:bodyPr>
          <a:lstStyle/>
          <a:p>
            <a:endParaRPr/>
          </a:p>
        </p:txBody>
      </p:sp>
      <p:sp>
        <p:nvSpPr>
          <p:cNvPr id="163"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77" name="Presentation Title"/>
          <p:cNvSpPr txBox="1">
            <a:spLocks noGrp="1"/>
          </p:cNvSpPr>
          <p:nvPr>
            <p:ph type="title" hasCustomPrompt="1"/>
          </p:nvPr>
        </p:nvSpPr>
        <p:spPr>
          <a:xfrm>
            <a:off x="1206496" y="2574991"/>
            <a:ext cx="21971004" cy="4648201"/>
          </a:xfrm>
          <a:prstGeom prst="rect">
            <a:avLst/>
          </a:prstGeom>
        </p:spPr>
        <p:txBody>
          <a:bodyPr anchor="b"/>
          <a:lstStyle>
            <a:lvl1pPr defTabSz="2438338">
              <a:lnSpc>
                <a:spcPct val="70000"/>
              </a:lnSpc>
              <a:defRPr sz="11000" spc="-220"/>
            </a:lvl1pPr>
          </a:lstStyle>
          <a:p>
            <a:r>
              <a:rPr dirty="0"/>
              <a:t>Presentation Title</a:t>
            </a:r>
          </a:p>
        </p:txBody>
      </p:sp>
      <p:sp>
        <p:nvSpPr>
          <p:cNvPr id="178" name="Body Level One…"/>
          <p:cNvSpPr txBox="1">
            <a:spLocks noGrp="1"/>
          </p:cNvSpPr>
          <p:nvPr>
            <p:ph type="body" sz="quarter" idx="1" hasCustomPrompt="1"/>
          </p:nvPr>
        </p:nvSpPr>
        <p:spPr>
          <a:xfrm>
            <a:off x="1201342" y="7223190"/>
            <a:ext cx="21971001" cy="1905001"/>
          </a:xfrm>
          <a:prstGeom prst="rect">
            <a:avLst/>
          </a:prstGeom>
        </p:spPr>
        <p:txBody>
          <a:bodyPr/>
          <a:lstStyle>
            <a:lvl1pPr algn="ctr">
              <a:spcBef>
                <a:spcPts val="0"/>
              </a:spcBef>
              <a:defRPr sz="2400" b="0" spc="-48">
                <a:solidFill>
                  <a:srgbClr val="868796"/>
                </a:solidFill>
                <a:latin typeface="SuisseIntl-Medium"/>
                <a:ea typeface="SuisseIntl-Medium"/>
                <a:cs typeface="SuisseIntl-Medium"/>
                <a:sym typeface="SuisseIntl-Medium"/>
              </a:defRPr>
            </a:lvl1pPr>
            <a:lvl2pPr algn="ctr">
              <a:spcBef>
                <a:spcPts val="0"/>
              </a:spcBef>
              <a:defRPr sz="2400" b="0" spc="-48">
                <a:solidFill>
                  <a:srgbClr val="868796"/>
                </a:solidFill>
                <a:latin typeface="SuisseIntl-Medium"/>
                <a:ea typeface="SuisseIntl-Medium"/>
                <a:cs typeface="SuisseIntl-Medium"/>
                <a:sym typeface="SuisseIntl-Medium"/>
              </a:defRPr>
            </a:lvl2pPr>
            <a:lvl3pPr algn="ctr">
              <a:spcBef>
                <a:spcPts val="0"/>
              </a:spcBef>
              <a:defRPr sz="2400" b="0" spc="-48">
                <a:solidFill>
                  <a:srgbClr val="868796"/>
                </a:solidFill>
                <a:latin typeface="SuisseIntl-Medium"/>
                <a:ea typeface="SuisseIntl-Medium"/>
                <a:cs typeface="SuisseIntl-Medium"/>
                <a:sym typeface="SuisseIntl-Medium"/>
              </a:defRPr>
            </a:lvl3pPr>
            <a:lvl4pPr algn="ctr">
              <a:spcBef>
                <a:spcPts val="0"/>
              </a:spcBef>
              <a:defRPr sz="2400" b="0" spc="-48">
                <a:solidFill>
                  <a:srgbClr val="868796"/>
                </a:solidFill>
                <a:latin typeface="SuisseIntl-Medium"/>
                <a:ea typeface="SuisseIntl-Medium"/>
                <a:cs typeface="SuisseIntl-Medium"/>
                <a:sym typeface="SuisseIntl-Medium"/>
              </a:defRPr>
            </a:lvl4pPr>
            <a:lvl5pPr algn="ctr">
              <a:spcBef>
                <a:spcPts val="0"/>
              </a:spcBef>
              <a:defRPr sz="2400" b="0" spc="-48">
                <a:solidFill>
                  <a:srgbClr val="868796"/>
                </a:solidFill>
                <a:latin typeface="SuisseIntl-Medium"/>
                <a:ea typeface="SuisseIntl-Medium"/>
                <a:cs typeface="SuisseIntl-Medium"/>
                <a:sym typeface="SuisseIntl-Medium"/>
              </a:defRPr>
            </a:lvl5pPr>
          </a:lstStyle>
          <a:p>
            <a:r>
              <a:rPr dirty="0"/>
              <a:t>Presentation Subtitle</a:t>
            </a:r>
          </a:p>
          <a:p>
            <a:pPr lvl="1"/>
            <a:endParaRPr dirty="0"/>
          </a:p>
          <a:p>
            <a:pPr lvl="2"/>
            <a:endParaRPr dirty="0"/>
          </a:p>
          <a:p>
            <a:pPr lvl="3"/>
            <a:endParaRPr dirty="0"/>
          </a:p>
          <a:p>
            <a:pPr lvl="4"/>
            <a:endParaRPr dirty="0"/>
          </a:p>
        </p:txBody>
      </p:sp>
      <p:sp>
        <p:nvSpPr>
          <p:cNvPr id="17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186" name="Presentation Title"/>
          <p:cNvSpPr txBox="1">
            <a:spLocks noGrp="1"/>
          </p:cNvSpPr>
          <p:nvPr>
            <p:ph type="title" hasCustomPrompt="1"/>
          </p:nvPr>
        </p:nvSpPr>
        <p:spPr>
          <a:xfrm>
            <a:off x="1206496" y="2574991"/>
            <a:ext cx="21971004" cy="4648201"/>
          </a:xfrm>
          <a:prstGeom prst="rect">
            <a:avLst/>
          </a:prstGeom>
        </p:spPr>
        <p:txBody>
          <a:bodyPr anchor="b"/>
          <a:lstStyle>
            <a:lvl1pPr defTabSz="2438338">
              <a:lnSpc>
                <a:spcPct val="70000"/>
              </a:lnSpc>
              <a:defRPr sz="11000" spc="-220"/>
            </a:lvl1pPr>
          </a:lstStyle>
          <a:p>
            <a:r>
              <a:t>Presentation Title</a:t>
            </a:r>
          </a:p>
        </p:txBody>
      </p:sp>
      <p:sp>
        <p:nvSpPr>
          <p:cNvPr id="187" name="Body Level One…"/>
          <p:cNvSpPr txBox="1">
            <a:spLocks noGrp="1"/>
          </p:cNvSpPr>
          <p:nvPr>
            <p:ph type="body" sz="quarter" idx="1" hasCustomPrompt="1"/>
          </p:nvPr>
        </p:nvSpPr>
        <p:spPr>
          <a:xfrm>
            <a:off x="1201342" y="7223190"/>
            <a:ext cx="21971001" cy="1905001"/>
          </a:xfrm>
          <a:prstGeom prst="rect">
            <a:avLst/>
          </a:prstGeom>
        </p:spPr>
        <p:txBody>
          <a:bodyPr/>
          <a:lstStyle>
            <a:lvl1pPr algn="ctr">
              <a:spcBef>
                <a:spcPts val="0"/>
              </a:spcBef>
              <a:defRPr sz="2400" b="0" spc="-48">
                <a:solidFill>
                  <a:srgbClr val="868796"/>
                </a:solidFill>
                <a:latin typeface="SuisseIntl-Medium"/>
                <a:ea typeface="SuisseIntl-Medium"/>
                <a:cs typeface="SuisseIntl-Medium"/>
                <a:sym typeface="SuisseIntl-Medium"/>
              </a:defRPr>
            </a:lvl1pPr>
            <a:lvl2pPr algn="ctr">
              <a:spcBef>
                <a:spcPts val="0"/>
              </a:spcBef>
              <a:defRPr sz="2400" b="0" spc="-48">
                <a:solidFill>
                  <a:srgbClr val="868796"/>
                </a:solidFill>
                <a:latin typeface="SuisseIntl-Medium"/>
                <a:ea typeface="SuisseIntl-Medium"/>
                <a:cs typeface="SuisseIntl-Medium"/>
                <a:sym typeface="SuisseIntl-Medium"/>
              </a:defRPr>
            </a:lvl2pPr>
            <a:lvl3pPr algn="ctr">
              <a:spcBef>
                <a:spcPts val="0"/>
              </a:spcBef>
              <a:defRPr sz="2400" b="0" spc="-48">
                <a:solidFill>
                  <a:srgbClr val="868796"/>
                </a:solidFill>
                <a:latin typeface="SuisseIntl-Medium"/>
                <a:ea typeface="SuisseIntl-Medium"/>
                <a:cs typeface="SuisseIntl-Medium"/>
                <a:sym typeface="SuisseIntl-Medium"/>
              </a:defRPr>
            </a:lvl3pPr>
            <a:lvl4pPr algn="ctr">
              <a:spcBef>
                <a:spcPts val="0"/>
              </a:spcBef>
              <a:defRPr sz="2400" b="0" spc="-48">
                <a:solidFill>
                  <a:srgbClr val="868796"/>
                </a:solidFill>
                <a:latin typeface="SuisseIntl-Medium"/>
                <a:ea typeface="SuisseIntl-Medium"/>
                <a:cs typeface="SuisseIntl-Medium"/>
                <a:sym typeface="SuisseIntl-Medium"/>
              </a:defRPr>
            </a:lvl4pPr>
            <a:lvl5pPr algn="ctr">
              <a:spcBef>
                <a:spcPts val="0"/>
              </a:spcBef>
              <a:defRPr sz="2400" b="0" spc="-48">
                <a:solidFill>
                  <a:srgbClr val="868796"/>
                </a:solidFill>
                <a:latin typeface="SuisseIntl-Medium"/>
                <a:ea typeface="SuisseIntl-Medium"/>
                <a:cs typeface="SuisseIntl-Medium"/>
                <a:sym typeface="SuisseIntl-Medium"/>
              </a:defRPr>
            </a:lvl5pPr>
          </a:lstStyle>
          <a:p>
            <a:r>
              <a:t>Presentation Subtitle</a:t>
            </a:r>
          </a:p>
          <a:p>
            <a:pPr lvl="1"/>
            <a:endParaRPr/>
          </a:p>
          <a:p>
            <a:pPr lvl="2"/>
            <a:endParaRPr/>
          </a:p>
          <a:p>
            <a:pPr lvl="3"/>
            <a:endParaRPr/>
          </a:p>
          <a:p>
            <a:pPr lvl="4"/>
            <a:endParaRPr/>
          </a:p>
        </p:txBody>
      </p:sp>
      <p:sp>
        <p:nvSpPr>
          <p:cNvPr id="18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p:spTree>
      <p:nvGrpSpPr>
        <p:cNvPr id="1" name=""/>
        <p:cNvGrpSpPr/>
        <p:nvPr/>
      </p:nvGrpSpPr>
      <p:grpSpPr>
        <a:xfrm>
          <a:off x="0" y="0"/>
          <a:ext cx="0" cy="0"/>
          <a:chOff x="0" y="0"/>
          <a:chExt cx="0" cy="0"/>
        </a:xfrm>
      </p:grpSpPr>
      <p:sp>
        <p:nvSpPr>
          <p:cNvPr id="205" name="Presentation Title"/>
          <p:cNvSpPr txBox="1">
            <a:spLocks noGrp="1"/>
          </p:cNvSpPr>
          <p:nvPr>
            <p:ph type="title" hasCustomPrompt="1"/>
          </p:nvPr>
        </p:nvSpPr>
        <p:spPr>
          <a:xfrm>
            <a:off x="1206496" y="2574991"/>
            <a:ext cx="21971004" cy="4648201"/>
          </a:xfrm>
          <a:prstGeom prst="rect">
            <a:avLst/>
          </a:prstGeom>
        </p:spPr>
        <p:txBody>
          <a:bodyPr anchor="b"/>
          <a:lstStyle>
            <a:lvl1pPr defTabSz="2438338">
              <a:lnSpc>
                <a:spcPct val="70000"/>
              </a:lnSpc>
              <a:defRPr sz="11000" spc="-220"/>
            </a:lvl1pPr>
          </a:lstStyle>
          <a:p>
            <a:r>
              <a:t>Presentation Title</a:t>
            </a:r>
          </a:p>
        </p:txBody>
      </p:sp>
      <p:sp>
        <p:nvSpPr>
          <p:cNvPr id="206" name="Body Level One…"/>
          <p:cNvSpPr txBox="1">
            <a:spLocks noGrp="1"/>
          </p:cNvSpPr>
          <p:nvPr>
            <p:ph type="body" sz="quarter" idx="1" hasCustomPrompt="1"/>
          </p:nvPr>
        </p:nvSpPr>
        <p:spPr>
          <a:xfrm>
            <a:off x="1201342" y="7223190"/>
            <a:ext cx="21971001" cy="1905001"/>
          </a:xfrm>
          <a:prstGeom prst="rect">
            <a:avLst/>
          </a:prstGeom>
        </p:spPr>
        <p:txBody>
          <a:bodyPr/>
          <a:lstStyle>
            <a:lvl1pPr algn="ctr">
              <a:spcBef>
                <a:spcPts val="0"/>
              </a:spcBef>
              <a:defRPr sz="2400" b="0" spc="-48">
                <a:solidFill>
                  <a:srgbClr val="868796"/>
                </a:solidFill>
                <a:latin typeface="SuisseIntl-Medium"/>
                <a:ea typeface="SuisseIntl-Medium"/>
                <a:cs typeface="SuisseIntl-Medium"/>
                <a:sym typeface="SuisseIntl-Medium"/>
              </a:defRPr>
            </a:lvl1pPr>
            <a:lvl2pPr algn="ctr">
              <a:spcBef>
                <a:spcPts val="0"/>
              </a:spcBef>
              <a:defRPr sz="2400" b="0" spc="-48">
                <a:solidFill>
                  <a:srgbClr val="868796"/>
                </a:solidFill>
                <a:latin typeface="SuisseIntl-Medium"/>
                <a:ea typeface="SuisseIntl-Medium"/>
                <a:cs typeface="SuisseIntl-Medium"/>
                <a:sym typeface="SuisseIntl-Medium"/>
              </a:defRPr>
            </a:lvl2pPr>
            <a:lvl3pPr algn="ctr">
              <a:spcBef>
                <a:spcPts val="0"/>
              </a:spcBef>
              <a:defRPr sz="2400" b="0" spc="-48">
                <a:solidFill>
                  <a:srgbClr val="868796"/>
                </a:solidFill>
                <a:latin typeface="SuisseIntl-Medium"/>
                <a:ea typeface="SuisseIntl-Medium"/>
                <a:cs typeface="SuisseIntl-Medium"/>
                <a:sym typeface="SuisseIntl-Medium"/>
              </a:defRPr>
            </a:lvl3pPr>
            <a:lvl4pPr algn="ctr">
              <a:spcBef>
                <a:spcPts val="0"/>
              </a:spcBef>
              <a:defRPr sz="2400" b="0" spc="-48">
                <a:solidFill>
                  <a:srgbClr val="868796"/>
                </a:solidFill>
                <a:latin typeface="SuisseIntl-Medium"/>
                <a:ea typeface="SuisseIntl-Medium"/>
                <a:cs typeface="SuisseIntl-Medium"/>
                <a:sym typeface="SuisseIntl-Medium"/>
              </a:defRPr>
            </a:lvl4pPr>
            <a:lvl5pPr algn="ctr">
              <a:spcBef>
                <a:spcPts val="0"/>
              </a:spcBef>
              <a:defRPr sz="2400" b="0" spc="-48">
                <a:solidFill>
                  <a:srgbClr val="868796"/>
                </a:solidFill>
                <a:latin typeface="SuisseIntl-Medium"/>
                <a:ea typeface="SuisseIntl-Medium"/>
                <a:cs typeface="SuisseIntl-Medium"/>
                <a:sym typeface="SuisseIntl-Medium"/>
              </a:defRPr>
            </a:lvl5pPr>
          </a:lstStyle>
          <a:p>
            <a:r>
              <a:t>Presentation Subtitle</a:t>
            </a:r>
          </a:p>
          <a:p>
            <a:pPr lvl="1"/>
            <a:endParaRPr/>
          </a:p>
          <a:p>
            <a:pPr lvl="2"/>
            <a:endParaRPr/>
          </a:p>
          <a:p>
            <a:pPr lvl="3"/>
            <a:endParaRPr/>
          </a:p>
          <a:p>
            <a:pPr lvl="4"/>
            <a:endParaRPr/>
          </a:p>
        </p:txBody>
      </p:sp>
      <p:sp>
        <p:nvSpPr>
          <p:cNvPr id="20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Agenda">
    <p:spTree>
      <p:nvGrpSpPr>
        <p:cNvPr id="1" name=""/>
        <p:cNvGrpSpPr/>
        <p:nvPr/>
      </p:nvGrpSpPr>
      <p:grpSpPr>
        <a:xfrm>
          <a:off x="0" y="0"/>
          <a:ext cx="0" cy="0"/>
          <a:chOff x="0" y="0"/>
          <a:chExt cx="0" cy="0"/>
        </a:xfrm>
      </p:grpSpPr>
      <p:sp>
        <p:nvSpPr>
          <p:cNvPr id="242" name="Agenda Title"/>
          <p:cNvSpPr txBox="1">
            <a:spLocks noGrp="1"/>
          </p:cNvSpPr>
          <p:nvPr>
            <p:ph type="title" hasCustomPrompt="1"/>
          </p:nvPr>
        </p:nvSpPr>
        <p:spPr>
          <a:xfrm>
            <a:off x="1206500" y="1368750"/>
            <a:ext cx="21971000" cy="1435101"/>
          </a:xfrm>
          <a:prstGeom prst="rect">
            <a:avLst/>
          </a:prstGeom>
        </p:spPr>
        <p:txBody>
          <a:bodyPr/>
          <a:lstStyle/>
          <a:p>
            <a:r>
              <a:t>Agenda Title</a:t>
            </a:r>
          </a:p>
        </p:txBody>
      </p:sp>
      <p:sp>
        <p:nvSpPr>
          <p:cNvPr id="243" name="Agenda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algn="ctr">
              <a:spcBef>
                <a:spcPts val="0"/>
              </a:spcBef>
              <a:defRPr sz="2400" b="0" spc="-48">
                <a:solidFill>
                  <a:srgbClr val="868796"/>
                </a:solidFill>
                <a:latin typeface="SuisseIntl-Medium"/>
                <a:ea typeface="SuisseIntl-Medium"/>
                <a:cs typeface="SuisseIntl-Medium"/>
                <a:sym typeface="SuisseIntl-Medium"/>
              </a:defRPr>
            </a:lvl1pPr>
          </a:lstStyle>
          <a:p>
            <a:r>
              <a:t>Agenda Subtitle</a:t>
            </a:r>
          </a:p>
        </p:txBody>
      </p:sp>
      <p:sp>
        <p:nvSpPr>
          <p:cNvPr id="244" name="Body Level One…"/>
          <p:cNvSpPr txBox="1">
            <a:spLocks noGrp="1"/>
          </p:cNvSpPr>
          <p:nvPr>
            <p:ph type="body" sz="quarter" idx="1" hasCustomPrompt="1"/>
          </p:nvPr>
        </p:nvSpPr>
        <p:spPr>
          <a:xfrm>
            <a:off x="1205593" y="2729994"/>
            <a:ext cx="4107045" cy="8256012"/>
          </a:xfrm>
          <a:prstGeom prst="rect">
            <a:avLst/>
          </a:prstGeom>
        </p:spPr>
        <p:txBody>
          <a:bodyPr anchor="ctr"/>
          <a:lstStyle>
            <a:lvl2pPr>
              <a:lnSpc>
                <a:spcPct val="110000"/>
              </a:lnSpc>
              <a:spcBef>
                <a:spcPts val="0"/>
              </a:spcBef>
              <a:defRPr b="0">
                <a:solidFill>
                  <a:srgbClr val="868796"/>
                </a:solidFill>
              </a:defRPr>
            </a:lvl2pPr>
            <a:lvl3pPr>
              <a:lnSpc>
                <a:spcPct val="110000"/>
              </a:lnSpc>
              <a:spcBef>
                <a:spcPts val="0"/>
              </a:spcBef>
              <a:defRPr b="0">
                <a:solidFill>
                  <a:srgbClr val="868796"/>
                </a:solidFill>
              </a:defRPr>
            </a:lvl3pPr>
            <a:lvl4pPr>
              <a:lnSpc>
                <a:spcPct val="110000"/>
              </a:lnSpc>
              <a:spcBef>
                <a:spcPts val="0"/>
              </a:spcBef>
              <a:defRPr b="0">
                <a:solidFill>
                  <a:srgbClr val="868796"/>
                </a:solidFill>
              </a:defRPr>
            </a:lvl4pPr>
            <a:lvl5pPr>
              <a:lnSpc>
                <a:spcPct val="110000"/>
              </a:lnSpc>
              <a:spcBef>
                <a:spcPts val="0"/>
              </a:spcBef>
              <a:defRPr b="0">
                <a:solidFill>
                  <a:srgbClr val="868796"/>
                </a:solidFill>
              </a:defRPr>
            </a:lvl5pPr>
          </a:lstStyle>
          <a:p>
            <a:r>
              <a:t>Agenda Topics</a:t>
            </a:r>
          </a:p>
          <a:p>
            <a:pPr lvl="1"/>
            <a:endParaRPr/>
          </a:p>
          <a:p>
            <a:pPr lvl="2"/>
            <a:endParaRPr/>
          </a:p>
          <a:p>
            <a:pPr lvl="3"/>
            <a:endParaRPr/>
          </a:p>
          <a:p>
            <a:pPr lvl="4"/>
            <a:endParaRPr/>
          </a:p>
        </p:txBody>
      </p:sp>
      <p:sp>
        <p:nvSpPr>
          <p:cNvPr id="2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252" name="Slide Title"/>
          <p:cNvSpPr txBox="1">
            <a:spLocks noGrp="1"/>
          </p:cNvSpPr>
          <p:nvPr>
            <p:ph type="title" hasCustomPrompt="1"/>
          </p:nvPr>
        </p:nvSpPr>
        <p:spPr>
          <a:prstGeom prst="rect">
            <a:avLst/>
          </a:prstGeom>
        </p:spPr>
        <p:txBody>
          <a:bodyPr/>
          <a:lstStyle/>
          <a:p>
            <a:r>
              <a:t>Slide Title</a:t>
            </a:r>
          </a:p>
        </p:txBody>
      </p:sp>
      <p:sp>
        <p:nvSpPr>
          <p:cNvPr id="253" name="Slide Subtitle"/>
          <p:cNvSpPr txBox="1">
            <a:spLocks noGrp="1"/>
          </p:cNvSpPr>
          <p:nvPr>
            <p:ph type="body" sz="quarter" idx="21" hasCustomPrompt="1"/>
          </p:nvPr>
        </p:nvSpPr>
        <p:spPr>
          <a:xfrm>
            <a:off x="1206500" y="2372962"/>
            <a:ext cx="21971000" cy="934780"/>
          </a:xfrm>
          <a:prstGeom prst="rect">
            <a:avLst/>
          </a:prstGeom>
        </p:spPr>
        <p:txBody>
          <a:bodyPr lIns="45719" tIns="45719" rIns="45719" bIns="45719"/>
          <a:lstStyle>
            <a:lvl1pPr algn="ctr">
              <a:defRPr sz="2400" b="0" spc="-48">
                <a:solidFill>
                  <a:srgbClr val="868796"/>
                </a:solidFill>
                <a:latin typeface="SuisseIntl-Medium"/>
                <a:ea typeface="SuisseIntl-Medium"/>
                <a:cs typeface="SuisseIntl-Medium"/>
                <a:sym typeface="SuisseIntl-Medium"/>
              </a:defRPr>
            </a:lvl1pPr>
          </a:lstStyle>
          <a:p>
            <a:r>
              <a:t>Slide Subtitle</a:t>
            </a:r>
          </a:p>
        </p:txBody>
      </p:sp>
      <p:sp>
        <p:nvSpPr>
          <p:cNvPr id="25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2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36875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defRPr sz="1800" spc="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51"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7" r:id="rId15"/>
    <p:sldLayoutId id="2147483668" r:id="rId16"/>
    <p:sldLayoutId id="2147483670" r:id="rId17"/>
    <p:sldLayoutId id="2147483674" r:id="rId18"/>
    <p:sldLayoutId id="2147483675" r:id="rId19"/>
  </p:sldLayoutIdLst>
  <p:transition spd="med"/>
  <p:txStyles>
    <p:titleStyle>
      <a:lvl1pPr marL="0" marR="0" indent="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Suisse Int'l Semi Bold" panose="020B0504000000000000" pitchFamily="34" charset="-78"/>
          <a:ea typeface="+mn-ea"/>
          <a:cs typeface="Suisse Int'l Semi Bold" panose="020B0504000000000000" pitchFamily="34" charset="-78"/>
          <a:sym typeface="Suisse Int'l"/>
        </a:defRPr>
      </a:lvl1pPr>
      <a:lvl2pPr marL="0" marR="0" indent="4572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2pPr>
      <a:lvl3pPr marL="0" marR="0" indent="9144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3pPr>
      <a:lvl4pPr marL="0" marR="0" indent="13716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4pPr>
      <a:lvl5pPr marL="0" marR="0" indent="18288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5pPr>
      <a:lvl6pPr marL="0" marR="0" indent="22860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6pPr>
      <a:lvl7pPr marL="0" marR="0" indent="27432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7pPr>
      <a:lvl8pPr marL="0" marR="0" indent="32004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8pPr>
      <a:lvl9pPr marL="0" marR="0" indent="3657600" algn="ctr" defTabSz="825500" rtl="0" latinLnBrk="0">
        <a:lnSpc>
          <a:spcPct val="80000"/>
        </a:lnSpc>
        <a:spcBef>
          <a:spcPts val="0"/>
        </a:spcBef>
        <a:spcAft>
          <a:spcPts val="0"/>
        </a:spcAft>
        <a:buClrTx/>
        <a:buSzTx/>
        <a:buFontTx/>
        <a:buNone/>
        <a:tabLst/>
        <a:defRPr sz="6400" b="1" i="0" u="none" strike="noStrike" cap="none" spc="0" baseline="0">
          <a:solidFill>
            <a:srgbClr val="18181B"/>
          </a:solidFill>
          <a:uFillTx/>
          <a:latin typeface="+mn-lt"/>
          <a:ea typeface="+mn-ea"/>
          <a:cs typeface="+mn-cs"/>
          <a:sym typeface="Suisse Int'l"/>
        </a:defRPr>
      </a:lvl9pPr>
    </p:titleStyle>
    <p:body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2pPr>
      <a:lvl3pPr marL="0" marR="0" indent="914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3pPr>
      <a:lvl4pPr marL="0" marR="0" indent="1371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4pPr>
      <a:lvl5pPr marL="0" marR="0" indent="18288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Agenda Title"/>
          <p:cNvSpPr txBox="1">
            <a:spLocks noGrp="1"/>
          </p:cNvSpPr>
          <p:nvPr>
            <p:ph type="title"/>
          </p:nvPr>
        </p:nvSpPr>
        <p:spPr>
          <a:xfrm>
            <a:off x="1206500" y="3030918"/>
            <a:ext cx="17634953" cy="1435101"/>
          </a:xfrm>
          <a:prstGeom prst="rect">
            <a:avLst/>
          </a:prstGeom>
        </p:spPr>
        <p:txBody>
          <a:bodyPr>
            <a:noAutofit/>
          </a:bodyPr>
          <a:lstStyle/>
          <a:p>
            <a:pPr algn="l"/>
            <a:r>
              <a:rPr lang="en-GB" noProof="1">
                <a:latin typeface="Suisse Int'l Semi Bold" panose="020B0504000000000000" pitchFamily="34" charset="-78"/>
                <a:cs typeface="Suisse Int'l Semi Bold" panose="020B0504000000000000" pitchFamily="34" charset="-78"/>
              </a:rPr>
              <a:t>TDS measuring protocol</a:t>
            </a:r>
          </a:p>
        </p:txBody>
      </p:sp>
      <p:sp>
        <p:nvSpPr>
          <p:cNvPr id="272" name="Chapter 1…"/>
          <p:cNvSpPr txBox="1">
            <a:spLocks noGrp="1"/>
          </p:cNvSpPr>
          <p:nvPr>
            <p:ph type="body" sz="quarter" idx="1"/>
          </p:nvPr>
        </p:nvSpPr>
        <p:spPr>
          <a:xfrm>
            <a:off x="1244600" y="6439509"/>
            <a:ext cx="3006109" cy="3307110"/>
          </a:xfrm>
          <a:prstGeom prst="rect">
            <a:avLst/>
          </a:prstGeom>
        </p:spPr>
        <p:txBody>
          <a:bodyPr anchor="t">
            <a:noAutofit/>
          </a:bodyPr>
          <a:lstStyle/>
          <a:p>
            <a:pPr algn="l"/>
            <a:r>
              <a:rPr lang="en-GB" noProof="1"/>
              <a:t>Use a reliable TDS meter</a:t>
            </a:r>
          </a:p>
          <a:p>
            <a:pPr algn="l"/>
            <a:r>
              <a:rPr lang="en-GB" noProof="1">
                <a:solidFill>
                  <a:schemeClr val="bg1">
                    <a:lumMod val="65000"/>
                  </a:schemeClr>
                </a:solidFill>
              </a:rPr>
              <a:t>If unceration, ask a Bluewater technician for guicance. </a:t>
            </a:r>
          </a:p>
        </p:txBody>
      </p:sp>
      <p:pic>
        <p:nvPicPr>
          <p:cNvPr id="2" name="pasted-movie.png" descr="pasted-movie.png">
            <a:extLst>
              <a:ext uri="{FF2B5EF4-FFF2-40B4-BE49-F238E27FC236}">
                <a16:creationId xmlns:a16="http://schemas.microsoft.com/office/drawing/2014/main" id="{FEF512B0-8E53-03FE-40C5-B33620E38D54}"/>
              </a:ext>
            </a:extLst>
          </p:cNvPr>
          <p:cNvPicPr>
            <a:picLocks noChangeAspect="1"/>
          </p:cNvPicPr>
          <p:nvPr/>
        </p:nvPicPr>
        <p:blipFill>
          <a:blip r:embed="rId2"/>
          <a:stretch>
            <a:fillRect/>
          </a:stretch>
        </p:blipFill>
        <p:spPr>
          <a:xfrm>
            <a:off x="1206500" y="977372"/>
            <a:ext cx="9523158" cy="2217855"/>
          </a:xfrm>
          <a:prstGeom prst="rect">
            <a:avLst/>
          </a:prstGeom>
          <a:ln w="12700">
            <a:miter lim="400000"/>
          </a:ln>
        </p:spPr>
      </p:pic>
      <p:sp>
        <p:nvSpPr>
          <p:cNvPr id="3" name="Chapter 1…">
            <a:extLst>
              <a:ext uri="{FF2B5EF4-FFF2-40B4-BE49-F238E27FC236}">
                <a16:creationId xmlns:a16="http://schemas.microsoft.com/office/drawing/2014/main" id="{015F96BA-5173-23BC-2406-94673E4B6BE9}"/>
              </a:ext>
            </a:extLst>
          </p:cNvPr>
          <p:cNvSpPr txBox="1">
            <a:spLocks/>
          </p:cNvSpPr>
          <p:nvPr/>
        </p:nvSpPr>
        <p:spPr>
          <a:xfrm>
            <a:off x="4700196" y="6439509"/>
            <a:ext cx="3719983" cy="4245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Autofit/>
          </a:bodyPr>
          <a:lst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2pPr>
            <a:lvl3pPr marL="0" marR="0" indent="9144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3pPr>
            <a:lvl4pPr marL="0" marR="0" indent="13716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4pPr>
            <a:lvl5pPr marL="0" marR="0" indent="18288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a:lstStyle>
          <a:p>
            <a:r>
              <a:rPr lang="en-GB" noProof="1"/>
              <a:t>Draw water from the correct sampling point</a:t>
            </a:r>
          </a:p>
          <a:p>
            <a:r>
              <a:rPr lang="en-GB" noProof="1">
                <a:solidFill>
                  <a:schemeClr val="bg1">
                    <a:lumMod val="65000"/>
                  </a:schemeClr>
                </a:solidFill>
              </a:rPr>
              <a:t>Take the water sample from the Bluewater faucet. If not possible, the next best point is directly from the pressureless tank</a:t>
            </a:r>
          </a:p>
          <a:p>
            <a:endParaRPr lang="en-GB" noProof="1"/>
          </a:p>
        </p:txBody>
      </p:sp>
      <p:sp>
        <p:nvSpPr>
          <p:cNvPr id="4" name="Chapter 1…">
            <a:extLst>
              <a:ext uri="{FF2B5EF4-FFF2-40B4-BE49-F238E27FC236}">
                <a16:creationId xmlns:a16="http://schemas.microsoft.com/office/drawing/2014/main" id="{5916DCD0-53D2-57C3-432A-E5CE5D3B9D30}"/>
              </a:ext>
            </a:extLst>
          </p:cNvPr>
          <p:cNvSpPr txBox="1">
            <a:spLocks/>
          </p:cNvSpPr>
          <p:nvPr/>
        </p:nvSpPr>
        <p:spPr>
          <a:xfrm>
            <a:off x="8869666" y="6439509"/>
            <a:ext cx="3719983" cy="4245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Autofit/>
          </a:bodyPr>
          <a:lst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2pPr>
            <a:lvl3pPr marL="0" marR="0" indent="9144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3pPr>
            <a:lvl4pPr marL="0" marR="0" indent="13716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4pPr>
            <a:lvl5pPr marL="0" marR="0" indent="18288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a:lstStyle>
          <a:p>
            <a:r>
              <a:rPr lang="en-GB" noProof="1"/>
              <a:t>Do not sample from an espresso machine</a:t>
            </a:r>
          </a:p>
          <a:p>
            <a:r>
              <a:rPr lang="en-GB" noProof="1">
                <a:solidFill>
                  <a:schemeClr val="bg1">
                    <a:lumMod val="65000"/>
                  </a:schemeClr>
                </a:solidFill>
              </a:rPr>
              <a:t>Machine piping can introduce other particles</a:t>
            </a:r>
          </a:p>
          <a:p>
            <a:endParaRPr lang="en-GB" noProof="1"/>
          </a:p>
        </p:txBody>
      </p:sp>
      <p:sp>
        <p:nvSpPr>
          <p:cNvPr id="5" name="Chapter 1…">
            <a:extLst>
              <a:ext uri="{FF2B5EF4-FFF2-40B4-BE49-F238E27FC236}">
                <a16:creationId xmlns:a16="http://schemas.microsoft.com/office/drawing/2014/main" id="{4F74A8B4-97F1-9DAF-B816-E832A9A8D042}"/>
              </a:ext>
            </a:extLst>
          </p:cNvPr>
          <p:cNvSpPr txBox="1">
            <a:spLocks/>
          </p:cNvSpPr>
          <p:nvPr/>
        </p:nvSpPr>
        <p:spPr>
          <a:xfrm>
            <a:off x="13039136" y="6439509"/>
            <a:ext cx="3719983" cy="4245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Autofit/>
          </a:bodyPr>
          <a:lst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2pPr>
            <a:lvl3pPr marL="0" marR="0" indent="9144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3pPr>
            <a:lvl4pPr marL="0" marR="0" indent="13716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4pPr>
            <a:lvl5pPr marL="0" marR="0" indent="18288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a:lstStyle>
          <a:p>
            <a:r>
              <a:rPr lang="en-GB" noProof="1"/>
              <a:t>Always draw at least 1 liter of water</a:t>
            </a:r>
          </a:p>
          <a:p>
            <a:r>
              <a:rPr lang="en-GB" noProof="1">
                <a:solidFill>
                  <a:schemeClr val="bg1">
                    <a:lumMod val="65000"/>
                  </a:schemeClr>
                </a:solidFill>
              </a:rPr>
              <a:t>This ensures the dosing is active and stable for measurement.</a:t>
            </a:r>
          </a:p>
          <a:p>
            <a:endParaRPr lang="en-GB" noProof="1"/>
          </a:p>
        </p:txBody>
      </p:sp>
      <p:sp>
        <p:nvSpPr>
          <p:cNvPr id="8" name="Chapter 1…">
            <a:extLst>
              <a:ext uri="{FF2B5EF4-FFF2-40B4-BE49-F238E27FC236}">
                <a16:creationId xmlns:a16="http://schemas.microsoft.com/office/drawing/2014/main" id="{FBC663DE-D6C0-1DFD-B5EB-5F8D4E532599}"/>
              </a:ext>
            </a:extLst>
          </p:cNvPr>
          <p:cNvSpPr txBox="1">
            <a:spLocks/>
          </p:cNvSpPr>
          <p:nvPr/>
        </p:nvSpPr>
        <p:spPr>
          <a:xfrm>
            <a:off x="17208605" y="6439509"/>
            <a:ext cx="3719983" cy="42455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Autofit/>
          </a:bodyPr>
          <a:lst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2pPr>
            <a:lvl3pPr marL="0" marR="0" indent="9144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3pPr>
            <a:lvl4pPr marL="0" marR="0" indent="13716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4pPr>
            <a:lvl5pPr marL="0" marR="0" indent="18288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a:lstStyle>
          <a:p>
            <a:r>
              <a:rPr lang="en-GB" noProof="1"/>
              <a:t>Only measure cold water</a:t>
            </a:r>
          </a:p>
          <a:p>
            <a:r>
              <a:rPr lang="en-GB" noProof="1">
                <a:solidFill>
                  <a:schemeClr val="bg1">
                    <a:lumMod val="65000"/>
                  </a:schemeClr>
                </a:solidFill>
              </a:rPr>
              <a:t>Heated water can cause inaccurate readings due to dissolved gases and mineral behavior changes.</a:t>
            </a:r>
          </a:p>
          <a:p>
            <a:endParaRPr lang="en-GB" noProof="1"/>
          </a:p>
        </p:txBody>
      </p:sp>
      <p:sp>
        <p:nvSpPr>
          <p:cNvPr id="11" name="textruta 10">
            <a:extLst>
              <a:ext uri="{FF2B5EF4-FFF2-40B4-BE49-F238E27FC236}">
                <a16:creationId xmlns:a16="http://schemas.microsoft.com/office/drawing/2014/main" id="{5DCDA7BB-9E87-5622-89C6-F1B3D096186B}"/>
              </a:ext>
            </a:extLst>
          </p:cNvPr>
          <p:cNvSpPr txBox="1"/>
          <p:nvPr/>
        </p:nvSpPr>
        <p:spPr>
          <a:xfrm>
            <a:off x="2526440" y="4576760"/>
            <a:ext cx="442429"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kumimoji="0" lang="en-GB" sz="6400" b="1" i="0" u="none" strike="noStrike" kern="0" cap="none" spc="0" normalizeH="0" baseline="0" noProof="1">
                <a:ln>
                  <a:noFill/>
                </a:ln>
                <a:solidFill>
                  <a:srgbClr val="18181B"/>
                </a:solidFill>
                <a:effectLst/>
                <a:uLnTx/>
                <a:uFillTx/>
                <a:latin typeface="Suisse Int'l Semi Bold" panose="020B0504000000000000" pitchFamily="34" charset="-78"/>
                <a:cs typeface="Suisse Int'l Semi Bold" panose="020B0504000000000000" pitchFamily="34" charset="-78"/>
                <a:sym typeface="Suisse Int'l"/>
              </a:rPr>
              <a:t>1</a:t>
            </a:r>
            <a:endParaRPr kumimoji="0" lang="en-GB" sz="3300" b="0" i="0" u="none" strike="noStrike" cap="none" spc="-66" normalizeH="0" baseline="0" dirty="0">
              <a:ln>
                <a:noFill/>
              </a:ln>
              <a:solidFill>
                <a:srgbClr val="878794"/>
              </a:solidFill>
              <a:effectLst/>
              <a:uFillTx/>
              <a:latin typeface="+mn-lt"/>
              <a:ea typeface="+mn-ea"/>
              <a:cs typeface="+mn-cs"/>
              <a:sym typeface="Suisse Int'l"/>
            </a:endParaRPr>
          </a:p>
        </p:txBody>
      </p:sp>
      <p:sp>
        <p:nvSpPr>
          <p:cNvPr id="12" name="textruta 11">
            <a:extLst>
              <a:ext uri="{FF2B5EF4-FFF2-40B4-BE49-F238E27FC236}">
                <a16:creationId xmlns:a16="http://schemas.microsoft.com/office/drawing/2014/main" id="{662A80BE-83AF-90E0-8C88-C6A73BFDAA6E}"/>
              </a:ext>
            </a:extLst>
          </p:cNvPr>
          <p:cNvSpPr txBox="1"/>
          <p:nvPr/>
        </p:nvSpPr>
        <p:spPr>
          <a:xfrm>
            <a:off x="6258822" y="4576760"/>
            <a:ext cx="602729"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lang="en-GB" sz="6400" b="1" spc="0" noProof="1">
                <a:solidFill>
                  <a:srgbClr val="18181B"/>
                </a:solidFill>
                <a:latin typeface="Suisse Int'l Semi Bold" panose="020B0504000000000000" pitchFamily="34" charset="-78"/>
                <a:ea typeface="+mn-ea"/>
                <a:cs typeface="Suisse Int'l Semi Bold" panose="020B0504000000000000" pitchFamily="34" charset="-78"/>
              </a:rPr>
              <a:t>2</a:t>
            </a:r>
            <a:endParaRPr kumimoji="0" lang="en-GB" sz="3300" b="0" i="0" u="none" strike="noStrike" cap="none" spc="-66" normalizeH="0" baseline="0" dirty="0">
              <a:ln>
                <a:noFill/>
              </a:ln>
              <a:solidFill>
                <a:srgbClr val="878794"/>
              </a:solidFill>
              <a:effectLst/>
              <a:uFillTx/>
              <a:latin typeface="+mn-lt"/>
              <a:ea typeface="+mn-ea"/>
              <a:cs typeface="+mn-cs"/>
              <a:sym typeface="Suisse Int'l"/>
            </a:endParaRPr>
          </a:p>
        </p:txBody>
      </p:sp>
      <p:sp>
        <p:nvSpPr>
          <p:cNvPr id="13" name="textruta 12">
            <a:extLst>
              <a:ext uri="{FF2B5EF4-FFF2-40B4-BE49-F238E27FC236}">
                <a16:creationId xmlns:a16="http://schemas.microsoft.com/office/drawing/2014/main" id="{5C4F970A-982F-25AB-D789-84FF5B65AB3A}"/>
              </a:ext>
            </a:extLst>
          </p:cNvPr>
          <p:cNvSpPr txBox="1"/>
          <p:nvPr/>
        </p:nvSpPr>
        <p:spPr>
          <a:xfrm>
            <a:off x="10102814" y="4576759"/>
            <a:ext cx="641877"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GB" sz="6400" b="1" i="0" u="none" strike="noStrike" kern="0" cap="none" spc="0" normalizeH="0" baseline="0" noProof="1">
                <a:ln>
                  <a:noFill/>
                </a:ln>
                <a:solidFill>
                  <a:srgbClr val="18181B"/>
                </a:solidFill>
                <a:effectLst/>
                <a:uLnTx/>
                <a:uFillTx/>
                <a:latin typeface="Suisse Int'l Semi Bold" panose="020B0504000000000000" pitchFamily="34" charset="-78"/>
                <a:cs typeface="Suisse Int'l Semi Bold" panose="020B0504000000000000" pitchFamily="34" charset="-78"/>
                <a:sym typeface="Suisse Int'l"/>
              </a:rPr>
              <a:t>3</a:t>
            </a:r>
            <a:endParaRPr kumimoji="0" lang="en-GB" sz="3300" b="0" i="0" u="none" strike="noStrike" cap="none" spc="-66" normalizeH="0" baseline="0" dirty="0">
              <a:ln>
                <a:noFill/>
              </a:ln>
              <a:solidFill>
                <a:srgbClr val="878794"/>
              </a:solidFill>
              <a:effectLst/>
              <a:uFillTx/>
              <a:latin typeface="+mn-lt"/>
              <a:ea typeface="+mn-ea"/>
              <a:cs typeface="+mn-cs"/>
              <a:sym typeface="Suisse Int'l"/>
            </a:endParaRPr>
          </a:p>
        </p:txBody>
      </p:sp>
      <p:sp>
        <p:nvSpPr>
          <p:cNvPr id="14" name="textruta 13">
            <a:extLst>
              <a:ext uri="{FF2B5EF4-FFF2-40B4-BE49-F238E27FC236}">
                <a16:creationId xmlns:a16="http://schemas.microsoft.com/office/drawing/2014/main" id="{F52C8116-CFD9-2910-7E3C-3DEE9A4D7520}"/>
              </a:ext>
            </a:extLst>
          </p:cNvPr>
          <p:cNvSpPr txBox="1"/>
          <p:nvPr/>
        </p:nvSpPr>
        <p:spPr>
          <a:xfrm>
            <a:off x="14257250" y="4576760"/>
            <a:ext cx="641877"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GB" sz="6400" b="1" i="0" u="none" strike="noStrike" kern="0" cap="none" spc="0" normalizeH="0" baseline="0" noProof="1">
                <a:ln>
                  <a:noFill/>
                </a:ln>
                <a:solidFill>
                  <a:srgbClr val="18181B"/>
                </a:solidFill>
                <a:effectLst/>
                <a:uLnTx/>
                <a:uFillTx/>
                <a:latin typeface="Suisse Int'l Semi Bold" panose="020B0504000000000000" pitchFamily="34" charset="-78"/>
                <a:cs typeface="Suisse Int'l Semi Bold" panose="020B0504000000000000" pitchFamily="34" charset="-78"/>
                <a:sym typeface="Suisse Int'l"/>
              </a:rPr>
              <a:t>4</a:t>
            </a:r>
            <a:endParaRPr kumimoji="0" lang="en-GB" sz="3300" b="0" i="0" u="none" strike="noStrike" cap="none" spc="-66" normalizeH="0" baseline="0" dirty="0">
              <a:ln>
                <a:noFill/>
              </a:ln>
              <a:solidFill>
                <a:srgbClr val="878794"/>
              </a:solidFill>
              <a:effectLst/>
              <a:uFillTx/>
              <a:latin typeface="+mn-lt"/>
              <a:ea typeface="+mn-ea"/>
              <a:cs typeface="+mn-cs"/>
              <a:sym typeface="Suisse Int'l"/>
            </a:endParaRPr>
          </a:p>
        </p:txBody>
      </p:sp>
      <p:sp>
        <p:nvSpPr>
          <p:cNvPr id="15" name="textruta 14">
            <a:extLst>
              <a:ext uri="{FF2B5EF4-FFF2-40B4-BE49-F238E27FC236}">
                <a16:creationId xmlns:a16="http://schemas.microsoft.com/office/drawing/2014/main" id="{56FD512D-14CA-C3C6-7BBE-D08AD5C59262}"/>
              </a:ext>
            </a:extLst>
          </p:cNvPr>
          <p:cNvSpPr txBox="1"/>
          <p:nvPr/>
        </p:nvSpPr>
        <p:spPr>
          <a:xfrm>
            <a:off x="18520514" y="4576759"/>
            <a:ext cx="641877" cy="108747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kumimoji="0" lang="en-GB" sz="6400" b="1" i="0" u="none" strike="noStrike" kern="0" cap="none" spc="0" normalizeH="0" baseline="0" noProof="1">
                <a:ln>
                  <a:noFill/>
                </a:ln>
                <a:solidFill>
                  <a:srgbClr val="18181B"/>
                </a:solidFill>
                <a:effectLst/>
                <a:uLnTx/>
                <a:uFillTx/>
                <a:latin typeface="Suisse Int'l Semi Bold" panose="020B0504000000000000" pitchFamily="34" charset="-78"/>
                <a:cs typeface="Suisse Int'l Semi Bold" panose="020B0504000000000000" pitchFamily="34" charset="-78"/>
                <a:sym typeface="Suisse Int'l"/>
              </a:rPr>
              <a:t>5</a:t>
            </a:r>
            <a:endParaRPr kumimoji="0" lang="en-GB" sz="3300" b="0" i="0" u="none" strike="noStrike" cap="none" spc="-66" normalizeH="0" baseline="0" dirty="0">
              <a:ln>
                <a:noFill/>
              </a:ln>
              <a:solidFill>
                <a:srgbClr val="878794"/>
              </a:solidFill>
              <a:effectLst/>
              <a:uFillTx/>
              <a:latin typeface="+mn-lt"/>
              <a:ea typeface="+mn-ea"/>
              <a:cs typeface="+mn-cs"/>
              <a:sym typeface="Suisse Int'l"/>
            </a:endParaRPr>
          </a:p>
        </p:txBody>
      </p:sp>
      <p:sp>
        <p:nvSpPr>
          <p:cNvPr id="16" name="Chapter 1…">
            <a:extLst>
              <a:ext uri="{FF2B5EF4-FFF2-40B4-BE49-F238E27FC236}">
                <a16:creationId xmlns:a16="http://schemas.microsoft.com/office/drawing/2014/main" id="{4A075D89-FC3C-8486-F8B6-EC9C239A4812}"/>
              </a:ext>
            </a:extLst>
          </p:cNvPr>
          <p:cNvSpPr txBox="1">
            <a:spLocks/>
          </p:cNvSpPr>
          <p:nvPr/>
        </p:nvSpPr>
        <p:spPr>
          <a:xfrm>
            <a:off x="1206500" y="10316656"/>
            <a:ext cx="19336557" cy="22873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t">
            <a:noAutofit/>
          </a:bodyPr>
          <a:lstStyle>
            <a:lvl1pPr marL="0" marR="0" indent="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1pPr>
            <a:lvl2pPr marL="0" marR="0" indent="4572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2pPr>
            <a:lvl3pPr marL="0" marR="0" indent="9144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3pPr>
            <a:lvl4pPr marL="0" marR="0" indent="13716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4pPr>
            <a:lvl5pPr marL="0" marR="0" indent="1828800" algn="l" defTabSz="2438338" rtl="0" latinLnBrk="0">
              <a:lnSpc>
                <a:spcPct val="110000"/>
              </a:lnSpc>
              <a:spcBef>
                <a:spcPts val="0"/>
              </a:spcBef>
              <a:spcAft>
                <a:spcPts val="0"/>
              </a:spcAft>
              <a:buClrTx/>
              <a:buSzTx/>
              <a:buFontTx/>
              <a:buNone/>
              <a:tabLst/>
              <a:defRPr sz="2000" b="0" i="0" u="none" strike="noStrike" cap="none" spc="-39" baseline="0">
                <a:solidFill>
                  <a:srgbClr val="868796"/>
                </a:solidFill>
                <a:uFillTx/>
                <a:latin typeface="+mn-lt"/>
                <a:ea typeface="+mn-ea"/>
                <a:cs typeface="+mn-cs"/>
                <a:sym typeface="Suisse Int'l"/>
              </a:defRPr>
            </a:lvl5pPr>
            <a:lvl6pPr marL="0" marR="0" indent="22860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6pPr>
            <a:lvl7pPr marL="0" marR="0" indent="27432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7pPr>
            <a:lvl8pPr marL="0" marR="0" indent="32004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8pPr>
            <a:lvl9pPr marL="0" marR="0" indent="3657600" algn="l" defTabSz="2438338" rtl="0" latinLnBrk="0">
              <a:lnSpc>
                <a:spcPct val="130000"/>
              </a:lnSpc>
              <a:spcBef>
                <a:spcPts val="1600"/>
              </a:spcBef>
              <a:spcAft>
                <a:spcPts val="0"/>
              </a:spcAft>
              <a:buClrTx/>
              <a:buSzTx/>
              <a:buFontTx/>
              <a:buNone/>
              <a:tabLst/>
              <a:defRPr sz="2000" b="1" i="0" u="none" strike="noStrike" cap="none" spc="-39" baseline="0">
                <a:solidFill>
                  <a:srgbClr val="18181B"/>
                </a:solidFill>
                <a:uFillTx/>
                <a:latin typeface="+mn-lt"/>
                <a:ea typeface="+mn-ea"/>
                <a:cs typeface="+mn-cs"/>
                <a:sym typeface="Suisse Int'l"/>
              </a:defRPr>
            </a:lvl9pPr>
          </a:lstStyle>
          <a:p>
            <a:r>
              <a:rPr lang="en-GB" noProof="1"/>
              <a:t>Important note:</a:t>
            </a:r>
          </a:p>
          <a:p>
            <a:r>
              <a:rPr lang="en-GB" noProof="1">
                <a:solidFill>
                  <a:schemeClr val="bg1">
                    <a:lumMod val="65000"/>
                  </a:schemeClr>
                </a:solidFill>
              </a:rPr>
              <a:t>TDS is about adding up numbers. If the purifier is letting through 10 or 20 ppm, that is added to the ppm of the mineral dosing. If TDS is inconsistent after mineralisation, please measure the purified water before mineralisation as well.</a:t>
            </a:r>
          </a:p>
          <a:p>
            <a:endParaRPr lang="en-GB" noProof="1">
              <a:solidFill>
                <a:schemeClr val="bg1">
                  <a:lumMod val="65000"/>
                </a:schemeClr>
              </a:solidFill>
            </a:endParaRPr>
          </a:p>
        </p:txBody>
      </p:sp>
    </p:spTree>
  </p:cSld>
  <p:clrMapOvr>
    <a:masterClrMapping/>
  </p:clrMapOvr>
  <p:transition spd="med"/>
</p:sld>
</file>

<file path=ppt/theme/theme1.xml><?xml version="1.0" encoding="utf-8"?>
<a:theme xmlns:a="http://schemas.openxmlformats.org/drawingml/2006/main" name="21_BasicWhite">
  <a:themeElements>
    <a:clrScheme name="21_BasicWhite">
      <a:dk1>
        <a:srgbClr val="FFFFFF"/>
      </a:dk1>
      <a:lt1>
        <a:srgbClr val="878794"/>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Suisse Int'l"/>
        <a:ea typeface="Suisse Int'l"/>
        <a:cs typeface="Suisse Int'l"/>
      </a:majorFont>
      <a:minorFont>
        <a:latin typeface="Suisse Int'l"/>
        <a:ea typeface="Suisse Int'l"/>
        <a:cs typeface="Suisse Int'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Suisse Int'l"/>
        <a:ea typeface="Suisse Int'l"/>
        <a:cs typeface="Suisse Int'l"/>
      </a:majorFont>
      <a:minorFont>
        <a:latin typeface="Suisse Int'l"/>
        <a:ea typeface="Suisse Int'l"/>
        <a:cs typeface="Suisse Int'l"/>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100000"/>
          </a:lnSpc>
          <a:spcBef>
            <a:spcPts val="0"/>
          </a:spcBef>
          <a:spcAft>
            <a:spcPts val="0"/>
          </a:spcAft>
          <a:buClrTx/>
          <a:buSzTx/>
          <a:buFontTx/>
          <a:buNone/>
          <a:tabLst/>
          <a:defRPr kumimoji="0" sz="3300" b="0" i="0" u="none" strike="noStrike" cap="none" spc="-66" normalizeH="0" baseline="0">
            <a:ln>
              <a:noFill/>
            </a:ln>
            <a:solidFill>
              <a:srgbClr val="878794"/>
            </a:solidFill>
            <a:effectLst/>
            <a:uFillTx/>
            <a:latin typeface="+mn-lt"/>
            <a:ea typeface="+mn-ea"/>
            <a:cs typeface="+mn-cs"/>
            <a:sym typeface="Suisse Int'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0C6C99BC267C4A9071F375D2EB189F" ma:contentTypeVersion="11" ma:contentTypeDescription="Create a new document." ma:contentTypeScope="" ma:versionID="20f363fd86bc980457a4327271b1c767">
  <xsd:schema xmlns:xsd="http://www.w3.org/2001/XMLSchema" xmlns:xs="http://www.w3.org/2001/XMLSchema" xmlns:p="http://schemas.microsoft.com/office/2006/metadata/properties" xmlns:ns2="c2a10c47-042b-4680-a193-43fd73f36055" xmlns:ns3="b9dffec2-4f44-4fda-b028-b99518e5ef3a" targetNamespace="http://schemas.microsoft.com/office/2006/metadata/properties" ma:root="true" ma:fieldsID="a11dae1151902260c14b93a8c86e9336" ns2:_="" ns3:_="">
    <xsd:import namespace="c2a10c47-042b-4680-a193-43fd73f36055"/>
    <xsd:import namespace="b9dffec2-4f44-4fda-b028-b99518e5ef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a10c47-042b-4680-a193-43fd73f360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f1f5e758-f5dc-49bd-80c9-24df235d773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9dffec2-4f44-4fda-b028-b99518e5ef3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253490cc-1112-4117-8f59-26350daf89fd}" ma:internalName="TaxCatchAll" ma:showField="CatchAllData" ma:web="b9dffec2-4f44-4fda-b028-b99518e5ef3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9dffec2-4f44-4fda-b028-b99518e5ef3a" xsi:nil="true"/>
    <lcf76f155ced4ddcb4097134ff3c332f xmlns="c2a10c47-042b-4680-a193-43fd73f36055">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1D1088B-39EE-4C0A-A68D-88434F637659}"/>
</file>

<file path=customXml/itemProps2.xml><?xml version="1.0" encoding="utf-8"?>
<ds:datastoreItem xmlns:ds="http://schemas.openxmlformats.org/officeDocument/2006/customXml" ds:itemID="{4069DAA6-1196-423F-AFA9-D31B7F7B00AA}">
  <ds:schemaRefs>
    <ds:schemaRef ds:uri="http://schemas.microsoft.com/sharepoint/v3/contenttype/forms"/>
  </ds:schemaRefs>
</ds:datastoreItem>
</file>

<file path=customXml/itemProps3.xml><?xml version="1.0" encoding="utf-8"?>
<ds:datastoreItem xmlns:ds="http://schemas.openxmlformats.org/officeDocument/2006/customXml" ds:itemID="{08244876-D9BA-480C-9147-AEE52FA2BDBF}"/>
</file>

<file path=docProps/app.xml><?xml version="1.0" encoding="utf-8"?>
<Properties xmlns="http://schemas.openxmlformats.org/officeDocument/2006/extended-properties" xmlns:vt="http://schemas.openxmlformats.org/officeDocument/2006/docPropsVTypes">
  <TotalTime>1802</TotalTime>
  <Words>153</Words>
  <Application>Microsoft Macintosh PowerPoint</Application>
  <PresentationFormat>Anpassad</PresentationFormat>
  <Paragraphs>18</Paragraphs>
  <Slides>1</Slides>
  <Notes>0</Notes>
  <HiddenSlides>0</HiddenSlides>
  <MMClips>0</MMClips>
  <ScaleCrop>false</ScaleCrop>
  <HeadingPairs>
    <vt:vector size="6" baseType="variant">
      <vt:variant>
        <vt:lpstr>Använt teckensnitt</vt:lpstr>
      </vt:variant>
      <vt:variant>
        <vt:i4>6</vt:i4>
      </vt:variant>
      <vt:variant>
        <vt:lpstr>Tema</vt:lpstr>
      </vt:variant>
      <vt:variant>
        <vt:i4>1</vt:i4>
      </vt:variant>
      <vt:variant>
        <vt:lpstr>Bildrubriker</vt:lpstr>
      </vt:variant>
      <vt:variant>
        <vt:i4>1</vt:i4>
      </vt:variant>
    </vt:vector>
  </HeadingPairs>
  <TitlesOfParts>
    <vt:vector size="8" baseType="lpstr">
      <vt:lpstr>Arial</vt:lpstr>
      <vt:lpstr>Helvetica Neue</vt:lpstr>
      <vt:lpstr>Suisse Int'l</vt:lpstr>
      <vt:lpstr>Suisse Int'l Medium</vt:lpstr>
      <vt:lpstr>Suisse Int'l Semi Bold</vt:lpstr>
      <vt:lpstr>SuisseIntl-Medium</vt:lpstr>
      <vt:lpstr>21_BasicWhite</vt:lpstr>
      <vt:lpstr>TDS measuring protocol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Maximillian Lundin | Bluewater Group</cp:lastModifiedBy>
  <cp:revision>8</cp:revision>
  <dcterms:modified xsi:type="dcterms:W3CDTF">2026-01-22T15:43:07Z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0x0101005D0C6C99BC267C4A9071F375D2EB189F</vt:lpwstr>
  </property>
</Properties>
</file>